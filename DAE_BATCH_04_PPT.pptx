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4"/>
  </p:notesMasterIdLst>
  <p:sldIdLst>
    <p:sldId id="1763" r:id="rId2"/>
    <p:sldId id="1764" r:id="rId3"/>
    <p:sldId id="1765" r:id="rId4"/>
    <p:sldId id="1766" r:id="rId5"/>
    <p:sldId id="1774" r:id="rId6"/>
    <p:sldId id="1775" r:id="rId7"/>
    <p:sldId id="1776" r:id="rId8"/>
    <p:sldId id="1767" r:id="rId9"/>
    <p:sldId id="1777" r:id="rId10"/>
    <p:sldId id="1778" r:id="rId11"/>
    <p:sldId id="1779" r:id="rId12"/>
    <p:sldId id="1788" r:id="rId13"/>
    <p:sldId id="1789" r:id="rId14"/>
    <p:sldId id="1790" r:id="rId15"/>
    <p:sldId id="1782" r:id="rId16"/>
    <p:sldId id="1783" r:id="rId17"/>
    <p:sldId id="1784" r:id="rId18"/>
    <p:sldId id="1785" r:id="rId19"/>
    <p:sldId id="1786" r:id="rId20"/>
    <p:sldId id="1787" r:id="rId21"/>
    <p:sldId id="1781" r:id="rId22"/>
    <p:sldId id="177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4" d="100"/>
          <a:sy n="74" d="100"/>
        </p:scale>
        <p:origin x="1013" y="67"/>
      </p:cViewPr>
      <p:guideLst>
        <p:guide orient="horz" pos="212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thi pentela" userId="c613ccba40ab64e2" providerId="LiveId" clId="{5724FB1B-D0CD-4F1B-96CE-FFFD6C784F1E}"/>
    <pc:docChg chg="undo custSel addSld delSld modSld sldOrd">
      <pc:chgData name="swathi pentela" userId="c613ccba40ab64e2" providerId="LiveId" clId="{5724FB1B-D0CD-4F1B-96CE-FFFD6C784F1E}" dt="2026-09-30T18:37:14.638" v="558" actId="1076"/>
      <pc:docMkLst>
        <pc:docMk/>
      </pc:docMkLst>
      <pc:sldChg chg="modSp mod">
        <pc:chgData name="swathi pentela" userId="c613ccba40ab64e2" providerId="LiveId" clId="{5724FB1B-D0CD-4F1B-96CE-FFFD6C784F1E}" dt="2026-09-28T15:53:00.502" v="392" actId="2711"/>
        <pc:sldMkLst>
          <pc:docMk/>
          <pc:sldMk cId="0" sldId="1767"/>
        </pc:sldMkLst>
        <pc:spChg chg="mod">
          <ac:chgData name="swathi pentela" userId="c613ccba40ab64e2" providerId="LiveId" clId="{5724FB1B-D0CD-4F1B-96CE-FFFD6C784F1E}" dt="2026-09-28T15:53:00.502" v="392" actId="2711"/>
          <ac:spMkLst>
            <pc:docMk/>
            <pc:sldMk cId="0" sldId="1767"/>
            <ac:spMk id="5" creationId="{15A2E077-4A63-BDF7-9A96-1DB9831D8C39}"/>
          </ac:spMkLst>
        </pc:spChg>
      </pc:sldChg>
      <pc:sldChg chg="ord">
        <pc:chgData name="swathi pentela" userId="c613ccba40ab64e2" providerId="LiveId" clId="{5724FB1B-D0CD-4F1B-96CE-FFFD6C784F1E}" dt="2026-09-29T14:54:47.319" v="492"/>
        <pc:sldMkLst>
          <pc:docMk/>
          <pc:sldMk cId="0" sldId="1772"/>
        </pc:sldMkLst>
      </pc:sldChg>
      <pc:sldChg chg="ord">
        <pc:chgData name="swathi pentela" userId="c613ccba40ab64e2" providerId="LiveId" clId="{5724FB1B-D0CD-4F1B-96CE-FFFD6C784F1E}" dt="2026-09-29T14:54:02.163" v="488"/>
        <pc:sldMkLst>
          <pc:docMk/>
          <pc:sldMk cId="1925484440" sldId="1778"/>
        </pc:sldMkLst>
      </pc:sldChg>
      <pc:sldChg chg="addSp delSp modSp mod">
        <pc:chgData name="swathi pentela" userId="c613ccba40ab64e2" providerId="LiveId" clId="{5724FB1B-D0CD-4F1B-96CE-FFFD6C784F1E}" dt="2026-09-28T15:52:04.349" v="390" actId="1076"/>
        <pc:sldMkLst>
          <pc:docMk/>
          <pc:sldMk cId="927970469" sldId="1779"/>
        </pc:sldMkLst>
        <pc:spChg chg="mod">
          <ac:chgData name="swathi pentela" userId="c613ccba40ab64e2" providerId="LiveId" clId="{5724FB1B-D0CD-4F1B-96CE-FFFD6C784F1E}" dt="2026-09-28T15:49:32.864" v="379" actId="1076"/>
          <ac:spMkLst>
            <pc:docMk/>
            <pc:sldMk cId="927970469" sldId="1779"/>
            <ac:spMk id="3" creationId="{A2D5B89C-2124-0205-1D2B-2AA57C1845F1}"/>
          </ac:spMkLst>
        </pc:spChg>
        <pc:grpChg chg="mod">
          <ac:chgData name="swathi pentela" userId="c613ccba40ab64e2" providerId="LiveId" clId="{5724FB1B-D0CD-4F1B-96CE-FFFD6C784F1E}" dt="2026-09-28T15:52:04.349" v="390" actId="1076"/>
          <ac:grpSpMkLst>
            <pc:docMk/>
            <pc:sldMk cId="927970469" sldId="1779"/>
            <ac:grpSpMk id="7" creationId="{BA35AEDD-26A5-DB22-D96C-B39D6BF845F0}"/>
          </ac:grpSpMkLst>
        </pc:grpChg>
        <pc:picChg chg="add mod">
          <ac:chgData name="swathi pentela" userId="c613ccba40ab64e2" providerId="LiveId" clId="{5724FB1B-D0CD-4F1B-96CE-FFFD6C784F1E}" dt="2026-09-28T15:51:57.228" v="389" actId="1076"/>
          <ac:picMkLst>
            <pc:docMk/>
            <pc:sldMk cId="927970469" sldId="1779"/>
            <ac:picMk id="6" creationId="{5051FD15-557E-9C78-6C98-716CD7777D45}"/>
          </ac:picMkLst>
        </pc:picChg>
        <pc:picChg chg="mod">
          <ac:chgData name="swathi pentela" userId="c613ccba40ab64e2" providerId="LiveId" clId="{5724FB1B-D0CD-4F1B-96CE-FFFD6C784F1E}" dt="2026-09-28T15:51:53.209" v="388" actId="14100"/>
          <ac:picMkLst>
            <pc:docMk/>
            <pc:sldMk cId="927970469" sldId="1779"/>
            <ac:picMk id="12" creationId="{B4C3B641-3784-6C69-E363-83EDAE7CB033}"/>
          </ac:picMkLst>
        </pc:picChg>
      </pc:sldChg>
      <pc:sldChg chg="modSp mod ord">
        <pc:chgData name="swathi pentela" userId="c613ccba40ab64e2" providerId="LiveId" clId="{5724FB1B-D0CD-4F1B-96CE-FFFD6C784F1E}" dt="2026-09-30T18:37:14.638" v="558" actId="1076"/>
        <pc:sldMkLst>
          <pc:docMk/>
          <pc:sldMk cId="0" sldId="1781"/>
        </pc:sldMkLst>
        <pc:spChg chg="mod">
          <ac:chgData name="swathi pentela" userId="c613ccba40ab64e2" providerId="LiveId" clId="{5724FB1B-D0CD-4F1B-96CE-FFFD6C784F1E}" dt="2026-09-30T18:37:14.638" v="558" actId="1076"/>
          <ac:spMkLst>
            <pc:docMk/>
            <pc:sldMk cId="0" sldId="1781"/>
            <ac:spMk id="6" creationId="{00000000-0000-0000-0000-000000000000}"/>
          </ac:spMkLst>
        </pc:spChg>
      </pc:sldChg>
      <pc:sldChg chg="addSp delSp modSp add mod setBg">
        <pc:chgData name="swathi pentela" userId="c613ccba40ab64e2" providerId="LiveId" clId="{5724FB1B-D0CD-4F1B-96CE-FFFD6C784F1E}" dt="2026-09-29T15:13:58.740" v="536" actId="1076"/>
        <pc:sldMkLst>
          <pc:docMk/>
          <pc:sldMk cId="2211526088" sldId="1782"/>
        </pc:sldMkLst>
        <pc:spChg chg="mod">
          <ac:chgData name="swathi pentela" userId="c613ccba40ab64e2" providerId="LiveId" clId="{5724FB1B-D0CD-4F1B-96CE-FFFD6C784F1E}" dt="2026-09-28T15:08:12.262" v="92" actId="26606"/>
          <ac:spMkLst>
            <pc:docMk/>
            <pc:sldMk cId="2211526088" sldId="1782"/>
            <ac:spMk id="3" creationId="{01578843-7351-785A-FEE9-76B458CFC714}"/>
          </ac:spMkLst>
        </pc:spChg>
        <pc:spChg chg="mod">
          <ac:chgData name="swathi pentela" userId="c613ccba40ab64e2" providerId="LiveId" clId="{5724FB1B-D0CD-4F1B-96CE-FFFD6C784F1E}" dt="2026-09-28T15:08:12.262" v="92" actId="26606"/>
          <ac:spMkLst>
            <pc:docMk/>
            <pc:sldMk cId="2211526088" sldId="1782"/>
            <ac:spMk id="4" creationId="{AFA358E6-4129-3AF8-C08F-AB526A7145FA}"/>
          </ac:spMkLst>
        </pc:spChg>
        <pc:spChg chg="mod">
          <ac:chgData name="swathi pentela" userId="c613ccba40ab64e2" providerId="LiveId" clId="{5724FB1B-D0CD-4F1B-96CE-FFFD6C784F1E}" dt="2026-09-29T15:13:58.740" v="536" actId="1076"/>
          <ac:spMkLst>
            <pc:docMk/>
            <pc:sldMk cId="2211526088" sldId="1782"/>
            <ac:spMk id="9" creationId="{09DDB11C-11D2-FD54-BB6C-4B534ADD1727}"/>
          </ac:spMkLst>
        </pc:spChg>
        <pc:spChg chg="add mod">
          <ac:chgData name="swathi pentela" userId="c613ccba40ab64e2" providerId="LiveId" clId="{5724FB1B-D0CD-4F1B-96CE-FFFD6C784F1E}" dt="2026-09-29T15:13:27.406" v="511" actId="1076"/>
          <ac:spMkLst>
            <pc:docMk/>
            <pc:sldMk cId="2211526088" sldId="1782"/>
            <ac:spMk id="13" creationId="{8F86AD83-9000-2DC1-43C8-29CD88260E72}"/>
          </ac:spMkLst>
        </pc:spChg>
        <pc:spChg chg="add del mod">
          <ac:chgData name="swathi pentela" userId="c613ccba40ab64e2" providerId="LiveId" clId="{5724FB1B-D0CD-4F1B-96CE-FFFD6C784F1E}" dt="2026-09-29T15:13:20.570" v="510"/>
          <ac:spMkLst>
            <pc:docMk/>
            <pc:sldMk cId="2211526088" sldId="1782"/>
            <ac:spMk id="19" creationId="{0464337F-80A8-1624-5250-DA945CE4AFAC}"/>
          </ac:spMkLst>
        </pc:spChg>
        <pc:grpChg chg="add mod ord">
          <ac:chgData name="swathi pentela" userId="c613ccba40ab64e2" providerId="LiveId" clId="{5724FB1B-D0CD-4F1B-96CE-FFFD6C784F1E}" dt="2026-09-28T15:10:00.779" v="100" actId="1076"/>
          <ac:grpSpMkLst>
            <pc:docMk/>
            <pc:sldMk cId="2211526088" sldId="1782"/>
            <ac:grpSpMk id="7" creationId="{3B05334B-C406-CB48-ABCC-EF1AC2C24066}"/>
          </ac:grpSpMkLst>
        </pc:grpChg>
        <pc:picChg chg="add mod ord">
          <ac:chgData name="swathi pentela" userId="c613ccba40ab64e2" providerId="LiveId" clId="{5724FB1B-D0CD-4F1B-96CE-FFFD6C784F1E}" dt="2026-09-28T15:09:36.956" v="99" actId="14100"/>
          <ac:picMkLst>
            <pc:docMk/>
            <pc:sldMk cId="2211526088" sldId="1782"/>
            <ac:picMk id="2" creationId="{49C90686-7906-6002-0B3D-DFC1C2B69AB5}"/>
          </ac:picMkLst>
        </pc:picChg>
        <pc:picChg chg="add mod">
          <ac:chgData name="swathi pentela" userId="c613ccba40ab64e2" providerId="LiveId" clId="{5724FB1B-D0CD-4F1B-96CE-FFFD6C784F1E}" dt="2026-09-28T15:08:55.861" v="96" actId="1076"/>
          <ac:picMkLst>
            <pc:docMk/>
            <pc:sldMk cId="2211526088" sldId="1782"/>
            <ac:picMk id="5" creationId="{B069DFD8-D4F5-93BE-59C1-2D3A1F5B8D34}"/>
          </ac:picMkLst>
        </pc:picChg>
        <pc:picChg chg="ord">
          <ac:chgData name="swathi pentela" userId="c613ccba40ab64e2" providerId="LiveId" clId="{5724FB1B-D0CD-4F1B-96CE-FFFD6C784F1E}" dt="2026-09-28T15:08:12.262" v="92" actId="26606"/>
          <ac:picMkLst>
            <pc:docMk/>
            <pc:sldMk cId="2211526088" sldId="1782"/>
            <ac:picMk id="2050" creationId="{D7E7AA3C-DF51-4B7E-36BF-659D23A85B63}"/>
          </ac:picMkLst>
        </pc:picChg>
      </pc:sldChg>
      <pc:sldChg chg="addSp delSp modSp add mod">
        <pc:chgData name="swathi pentela" userId="c613ccba40ab64e2" providerId="LiveId" clId="{5724FB1B-D0CD-4F1B-96CE-FFFD6C784F1E}" dt="2026-09-28T15:29:12.275" v="192" actId="1076"/>
        <pc:sldMkLst>
          <pc:docMk/>
          <pc:sldMk cId="1750545464" sldId="1783"/>
        </pc:sldMkLst>
        <pc:spChg chg="mod">
          <ac:chgData name="swathi pentela" userId="c613ccba40ab64e2" providerId="LiveId" clId="{5724FB1B-D0CD-4F1B-96CE-FFFD6C784F1E}" dt="2026-09-28T15:20:05.755" v="158" actId="1076"/>
          <ac:spMkLst>
            <pc:docMk/>
            <pc:sldMk cId="1750545464" sldId="1783"/>
            <ac:spMk id="3" creationId="{F243A14D-3AF3-EF8F-2E8C-89CC26D7EA75}"/>
          </ac:spMkLst>
        </pc:spChg>
        <pc:spChg chg="mod">
          <ac:chgData name="swathi pentela" userId="c613ccba40ab64e2" providerId="LiveId" clId="{5724FB1B-D0CD-4F1B-96CE-FFFD6C784F1E}" dt="2026-09-28T15:29:12.275" v="192" actId="1076"/>
          <ac:spMkLst>
            <pc:docMk/>
            <pc:sldMk cId="1750545464" sldId="1783"/>
            <ac:spMk id="9" creationId="{0DE11399-AAC8-4873-7C16-D449DAE88582}"/>
          </ac:spMkLst>
        </pc:spChg>
        <pc:grpChg chg="mod">
          <ac:chgData name="swathi pentela" userId="c613ccba40ab64e2" providerId="LiveId" clId="{5724FB1B-D0CD-4F1B-96CE-FFFD6C784F1E}" dt="2026-09-28T15:16:09.604" v="115" actId="1076"/>
          <ac:grpSpMkLst>
            <pc:docMk/>
            <pc:sldMk cId="1750545464" sldId="1783"/>
            <ac:grpSpMk id="7" creationId="{BBD0BDFE-2090-AD4E-6B61-C73A9C05F59C}"/>
          </ac:grpSpMkLst>
        </pc:grpChg>
        <pc:picChg chg="add del mod">
          <ac:chgData name="swathi pentela" userId="c613ccba40ab64e2" providerId="LiveId" clId="{5724FB1B-D0CD-4F1B-96CE-FFFD6C784F1E}" dt="2026-09-28T15:28:15.396" v="168" actId="14100"/>
          <ac:picMkLst>
            <pc:docMk/>
            <pc:sldMk cId="1750545464" sldId="1783"/>
            <ac:picMk id="2" creationId="{7709C156-B849-3AD4-00C3-4A7E8FCFC9D9}"/>
          </ac:picMkLst>
        </pc:picChg>
        <pc:picChg chg="add mod">
          <ac:chgData name="swathi pentela" userId="c613ccba40ab64e2" providerId="LiveId" clId="{5724FB1B-D0CD-4F1B-96CE-FFFD6C784F1E}" dt="2026-09-28T15:15:49.096" v="111" actId="1076"/>
          <ac:picMkLst>
            <pc:docMk/>
            <pc:sldMk cId="1750545464" sldId="1783"/>
            <ac:picMk id="5" creationId="{47D5F055-4216-5D2C-82D9-75E28C796EBF}"/>
          </ac:picMkLst>
        </pc:picChg>
      </pc:sldChg>
      <pc:sldChg chg="addSp delSp modSp add mod">
        <pc:chgData name="swathi pentela" userId="c613ccba40ab64e2" providerId="LiveId" clId="{5724FB1B-D0CD-4F1B-96CE-FFFD6C784F1E}" dt="2026-09-28T15:36:34.305" v="290" actId="14100"/>
        <pc:sldMkLst>
          <pc:docMk/>
          <pc:sldMk cId="1043254358" sldId="1784"/>
        </pc:sldMkLst>
        <pc:spChg chg="mod">
          <ac:chgData name="swathi pentela" userId="c613ccba40ab64e2" providerId="LiveId" clId="{5724FB1B-D0CD-4F1B-96CE-FFFD6C784F1E}" dt="2026-09-28T15:33:03.502" v="227" actId="1076"/>
          <ac:spMkLst>
            <pc:docMk/>
            <pc:sldMk cId="1043254358" sldId="1784"/>
            <ac:spMk id="3" creationId="{994B93ED-6DDB-7C97-AEB6-AE533651F2D2}"/>
          </ac:spMkLst>
        </pc:spChg>
        <pc:spChg chg="mod">
          <ac:chgData name="swathi pentela" userId="c613ccba40ab64e2" providerId="LiveId" clId="{5724FB1B-D0CD-4F1B-96CE-FFFD6C784F1E}" dt="2026-09-28T15:31:02.595" v="215" actId="1076"/>
          <ac:spMkLst>
            <pc:docMk/>
            <pc:sldMk cId="1043254358" sldId="1784"/>
            <ac:spMk id="9" creationId="{72E68690-238C-9360-7658-AE0BDB718D4B}"/>
          </ac:spMkLst>
        </pc:spChg>
        <pc:grpChg chg="mod">
          <ac:chgData name="swathi pentela" userId="c613ccba40ab64e2" providerId="LiveId" clId="{5724FB1B-D0CD-4F1B-96CE-FFFD6C784F1E}" dt="2026-09-28T15:31:58.802" v="221" actId="1076"/>
          <ac:grpSpMkLst>
            <pc:docMk/>
            <pc:sldMk cId="1043254358" sldId="1784"/>
            <ac:grpSpMk id="7" creationId="{5DC5E09E-A7DD-2118-A69F-9CB4076D8BE1}"/>
          </ac:grpSpMkLst>
        </pc:grpChg>
        <pc:picChg chg="add mod">
          <ac:chgData name="swathi pentela" userId="c613ccba40ab64e2" providerId="LiveId" clId="{5724FB1B-D0CD-4F1B-96CE-FFFD6C784F1E}" dt="2026-09-28T15:30:40.265" v="205" actId="1076"/>
          <ac:picMkLst>
            <pc:docMk/>
            <pc:sldMk cId="1043254358" sldId="1784"/>
            <ac:picMk id="2" creationId="{1C0F39F8-0B35-23E0-3E8E-5EC4EE2914D0}"/>
          </ac:picMkLst>
        </pc:picChg>
        <pc:picChg chg="add mod">
          <ac:chgData name="swathi pentela" userId="c613ccba40ab64e2" providerId="LiveId" clId="{5724FB1B-D0CD-4F1B-96CE-FFFD6C784F1E}" dt="2026-09-28T15:36:34.305" v="290" actId="14100"/>
          <ac:picMkLst>
            <pc:docMk/>
            <pc:sldMk cId="1043254358" sldId="1784"/>
            <ac:picMk id="5" creationId="{AB30A750-5A7A-11CC-EFB8-11F429839416}"/>
          </ac:picMkLst>
        </pc:picChg>
      </pc:sldChg>
      <pc:sldChg chg="addSp delSp modSp add mod setBg">
        <pc:chgData name="swathi pentela" userId="c613ccba40ab64e2" providerId="LiveId" clId="{5724FB1B-D0CD-4F1B-96CE-FFFD6C784F1E}" dt="2026-09-28T15:36:19.174" v="289" actId="1076"/>
        <pc:sldMkLst>
          <pc:docMk/>
          <pc:sldMk cId="2128524679" sldId="1785"/>
        </pc:sldMkLst>
        <pc:spChg chg="mod">
          <ac:chgData name="swathi pentela" userId="c613ccba40ab64e2" providerId="LiveId" clId="{5724FB1B-D0CD-4F1B-96CE-FFFD6C784F1E}" dt="2026-09-28T15:36:19.174" v="289" actId="1076"/>
          <ac:spMkLst>
            <pc:docMk/>
            <pc:sldMk cId="2128524679" sldId="1785"/>
            <ac:spMk id="3" creationId="{A6FC5D0C-E07D-851E-057C-73BC66553A32}"/>
          </ac:spMkLst>
        </pc:spChg>
        <pc:spChg chg="mod ord">
          <ac:chgData name="swathi pentela" userId="c613ccba40ab64e2" providerId="LiveId" clId="{5724FB1B-D0CD-4F1B-96CE-FFFD6C784F1E}" dt="2026-09-28T15:33:52.617" v="232" actId="26606"/>
          <ac:spMkLst>
            <pc:docMk/>
            <pc:sldMk cId="2128524679" sldId="1785"/>
            <ac:spMk id="4" creationId="{A9ABFF4F-09A0-4130-F416-5F7A0180E50A}"/>
          </ac:spMkLst>
        </pc:spChg>
        <pc:spChg chg="mod">
          <ac:chgData name="swathi pentela" userId="c613ccba40ab64e2" providerId="LiveId" clId="{5724FB1B-D0CD-4F1B-96CE-FFFD6C784F1E}" dt="2026-09-28T15:35:03.621" v="254" actId="1076"/>
          <ac:spMkLst>
            <pc:docMk/>
            <pc:sldMk cId="2128524679" sldId="1785"/>
            <ac:spMk id="9" creationId="{948CE0E2-A068-48EA-77E0-D3C13901FE1F}"/>
          </ac:spMkLst>
        </pc:spChg>
        <pc:spChg chg="add">
          <ac:chgData name="swathi pentela" userId="c613ccba40ab64e2" providerId="LiveId" clId="{5724FB1B-D0CD-4F1B-96CE-FFFD6C784F1E}" dt="2026-09-28T15:33:52.617" v="232" actId="26606"/>
          <ac:spMkLst>
            <pc:docMk/>
            <pc:sldMk cId="2128524679" sldId="1785"/>
            <ac:spMk id="2059" creationId="{8761DDFE-071F-4200-B0AA-394476C2D2D6}"/>
          </ac:spMkLst>
        </pc:spChg>
        <pc:grpChg chg="add mod ord">
          <ac:chgData name="swathi pentela" userId="c613ccba40ab64e2" providerId="LiveId" clId="{5724FB1B-D0CD-4F1B-96CE-FFFD6C784F1E}" dt="2026-09-28T15:36:12.405" v="287" actId="1076"/>
          <ac:grpSpMkLst>
            <pc:docMk/>
            <pc:sldMk cId="2128524679" sldId="1785"/>
            <ac:grpSpMk id="7" creationId="{574C11DA-3F36-800A-5262-6DFF150DD2BA}"/>
          </ac:grpSpMkLst>
        </pc:grpChg>
        <pc:picChg chg="add mod">
          <ac:chgData name="swathi pentela" userId="c613ccba40ab64e2" providerId="LiveId" clId="{5724FB1B-D0CD-4F1B-96CE-FFFD6C784F1E}" dt="2026-09-28T15:34:20.275" v="240" actId="14100"/>
          <ac:picMkLst>
            <pc:docMk/>
            <pc:sldMk cId="2128524679" sldId="1785"/>
            <ac:picMk id="2" creationId="{40693315-8A7C-6D9E-A158-B9C0F8AC2F04}"/>
          </ac:picMkLst>
        </pc:picChg>
        <pc:picChg chg="add mod">
          <ac:chgData name="swathi pentela" userId="c613ccba40ab64e2" providerId="LiveId" clId="{5724FB1B-D0CD-4F1B-96CE-FFFD6C784F1E}" dt="2026-09-28T15:34:27.168" v="241" actId="1076"/>
          <ac:picMkLst>
            <pc:docMk/>
            <pc:sldMk cId="2128524679" sldId="1785"/>
            <ac:picMk id="5" creationId="{79634126-0247-644F-8A61-ADD7F50D551C}"/>
          </ac:picMkLst>
        </pc:picChg>
        <pc:picChg chg="ord">
          <ac:chgData name="swathi pentela" userId="c613ccba40ab64e2" providerId="LiveId" clId="{5724FB1B-D0CD-4F1B-96CE-FFFD6C784F1E}" dt="2026-09-28T15:33:52.617" v="232" actId="26606"/>
          <ac:picMkLst>
            <pc:docMk/>
            <pc:sldMk cId="2128524679" sldId="1785"/>
            <ac:picMk id="2050" creationId="{75BB485C-A46C-ABC2-6B7C-9FA4F40F4D38}"/>
          </ac:picMkLst>
        </pc:picChg>
      </pc:sldChg>
      <pc:sldChg chg="addSp delSp modSp add mod ord">
        <pc:chgData name="swathi pentela" userId="c613ccba40ab64e2" providerId="LiveId" clId="{5724FB1B-D0CD-4F1B-96CE-FFFD6C784F1E}" dt="2026-09-30T18:36:28.382" v="556" actId="20578"/>
        <pc:sldMkLst>
          <pc:docMk/>
          <pc:sldMk cId="1158998456" sldId="1786"/>
        </pc:sldMkLst>
        <pc:spChg chg="mod">
          <ac:chgData name="swathi pentela" userId="c613ccba40ab64e2" providerId="LiveId" clId="{5724FB1B-D0CD-4F1B-96CE-FFFD6C784F1E}" dt="2026-09-28T15:38:28.279" v="307" actId="1076"/>
          <ac:spMkLst>
            <pc:docMk/>
            <pc:sldMk cId="1158998456" sldId="1786"/>
            <ac:spMk id="3" creationId="{2796E120-5917-11CE-1614-80D1183BA007}"/>
          </ac:spMkLst>
        </pc:spChg>
        <pc:spChg chg="mod">
          <ac:chgData name="swathi pentela" userId="c613ccba40ab64e2" providerId="LiveId" clId="{5724FB1B-D0CD-4F1B-96CE-FFFD6C784F1E}" dt="2026-09-28T15:38:46.873" v="320" actId="1076"/>
          <ac:spMkLst>
            <pc:docMk/>
            <pc:sldMk cId="1158998456" sldId="1786"/>
            <ac:spMk id="9" creationId="{559837D5-46AE-9020-7BC0-D3FCB2430BC6}"/>
          </ac:spMkLst>
        </pc:spChg>
        <pc:grpChg chg="mod">
          <ac:chgData name="swathi pentela" userId="c613ccba40ab64e2" providerId="LiveId" clId="{5724FB1B-D0CD-4F1B-96CE-FFFD6C784F1E}" dt="2026-09-28T15:38:32.792" v="308" actId="1076"/>
          <ac:grpSpMkLst>
            <pc:docMk/>
            <pc:sldMk cId="1158998456" sldId="1786"/>
            <ac:grpSpMk id="7" creationId="{1797734B-80CE-0ADF-AA2B-DEFD592E8EEF}"/>
          </ac:grpSpMkLst>
        </pc:grpChg>
        <pc:picChg chg="add mod">
          <ac:chgData name="swathi pentela" userId="c613ccba40ab64e2" providerId="LiveId" clId="{5724FB1B-D0CD-4F1B-96CE-FFFD6C784F1E}" dt="2026-09-28T15:37:37.151" v="300" actId="1076"/>
          <ac:picMkLst>
            <pc:docMk/>
            <pc:sldMk cId="1158998456" sldId="1786"/>
            <ac:picMk id="2" creationId="{296A57B4-E8F6-1CE2-9395-A5AB7061BA01}"/>
          </ac:picMkLst>
        </pc:picChg>
        <pc:picChg chg="add mod">
          <ac:chgData name="swathi pentela" userId="c613ccba40ab64e2" providerId="LiveId" clId="{5724FB1B-D0CD-4F1B-96CE-FFFD6C784F1E}" dt="2026-09-28T15:39:02.352" v="321" actId="14100"/>
          <ac:picMkLst>
            <pc:docMk/>
            <pc:sldMk cId="1158998456" sldId="1786"/>
            <ac:picMk id="5" creationId="{8B62EFC6-D3C9-0D14-413D-157411247E89}"/>
          </ac:picMkLst>
        </pc:picChg>
      </pc:sldChg>
      <pc:sldChg chg="addSp delSp modSp add mod">
        <pc:chgData name="swathi pentela" userId="c613ccba40ab64e2" providerId="LiveId" clId="{5724FB1B-D0CD-4F1B-96CE-FFFD6C784F1E}" dt="2026-09-28T15:44:13.341" v="361" actId="1076"/>
        <pc:sldMkLst>
          <pc:docMk/>
          <pc:sldMk cId="1487347863" sldId="1787"/>
        </pc:sldMkLst>
        <pc:spChg chg="mod">
          <ac:chgData name="swathi pentela" userId="c613ccba40ab64e2" providerId="LiveId" clId="{5724FB1B-D0CD-4F1B-96CE-FFFD6C784F1E}" dt="2026-09-28T15:43:48.537" v="358" actId="1076"/>
          <ac:spMkLst>
            <pc:docMk/>
            <pc:sldMk cId="1487347863" sldId="1787"/>
            <ac:spMk id="3" creationId="{90AE1C6A-3EDB-FE9D-0586-6511EA96939E}"/>
          </ac:spMkLst>
        </pc:spChg>
        <pc:spChg chg="mod">
          <ac:chgData name="swathi pentela" userId="c613ccba40ab64e2" providerId="LiveId" clId="{5724FB1B-D0CD-4F1B-96CE-FFFD6C784F1E}" dt="2026-09-28T15:39:48.184" v="340" actId="20577"/>
          <ac:spMkLst>
            <pc:docMk/>
            <pc:sldMk cId="1487347863" sldId="1787"/>
            <ac:spMk id="9" creationId="{82AAA04D-DD00-28E4-1395-BDD9CD092D47}"/>
          </ac:spMkLst>
        </pc:spChg>
        <pc:grpChg chg="mod">
          <ac:chgData name="swathi pentela" userId="c613ccba40ab64e2" providerId="LiveId" clId="{5724FB1B-D0CD-4F1B-96CE-FFFD6C784F1E}" dt="2026-09-28T15:44:13.341" v="361" actId="1076"/>
          <ac:grpSpMkLst>
            <pc:docMk/>
            <pc:sldMk cId="1487347863" sldId="1787"/>
            <ac:grpSpMk id="7" creationId="{AD94C680-7ABC-B286-01AA-833BF6568787}"/>
          </ac:grpSpMkLst>
        </pc:grpChg>
        <pc:picChg chg="add mod">
          <ac:chgData name="swathi pentela" userId="c613ccba40ab64e2" providerId="LiveId" clId="{5724FB1B-D0CD-4F1B-96CE-FFFD6C784F1E}" dt="2026-09-28T15:43:37.111" v="357" actId="1076"/>
          <ac:picMkLst>
            <pc:docMk/>
            <pc:sldMk cId="1487347863" sldId="1787"/>
            <ac:picMk id="2" creationId="{BA1D3BA0-783E-336F-B363-4499C800DB0E}"/>
          </ac:picMkLst>
        </pc:picChg>
        <pc:picChg chg="add mod">
          <ac:chgData name="swathi pentela" userId="c613ccba40ab64e2" providerId="LiveId" clId="{5724FB1B-D0CD-4F1B-96CE-FFFD6C784F1E}" dt="2026-09-28T15:43:31.227" v="356" actId="14100"/>
          <ac:picMkLst>
            <pc:docMk/>
            <pc:sldMk cId="1487347863" sldId="1787"/>
            <ac:picMk id="5" creationId="{D06D59A5-2ECF-EE11-77E9-F21F3883230F}"/>
          </ac:picMkLst>
        </pc:picChg>
      </pc:sldChg>
      <pc:sldChg chg="addSp delSp modSp add mod">
        <pc:chgData name="swathi pentela" userId="c613ccba40ab64e2" providerId="LiveId" clId="{5724FB1B-D0CD-4F1B-96CE-FFFD6C784F1E}" dt="2026-09-28T16:11:26.286" v="482" actId="1076"/>
        <pc:sldMkLst>
          <pc:docMk/>
          <pc:sldMk cId="51404100" sldId="1788"/>
        </pc:sldMkLst>
        <pc:spChg chg="mod">
          <ac:chgData name="swathi pentela" userId="c613ccba40ab64e2" providerId="LiveId" clId="{5724FB1B-D0CD-4F1B-96CE-FFFD6C784F1E}" dt="2026-09-28T16:11:26.286" v="482" actId="1076"/>
          <ac:spMkLst>
            <pc:docMk/>
            <pc:sldMk cId="51404100" sldId="1788"/>
            <ac:spMk id="9" creationId="{9E3A21CF-EE41-E670-BD16-3A536177708C}"/>
          </ac:spMkLst>
        </pc:spChg>
        <pc:spChg chg="add mod">
          <ac:chgData name="swathi pentela" userId="c613ccba40ab64e2" providerId="LiveId" clId="{5724FB1B-D0CD-4F1B-96CE-FFFD6C784F1E}" dt="2026-09-28T16:05:45.793" v="429" actId="1076"/>
          <ac:spMkLst>
            <pc:docMk/>
            <pc:sldMk cId="51404100" sldId="1788"/>
            <ac:spMk id="12" creationId="{FDF95A44-2F8C-DAD5-FB6D-9C4EABD5E095}"/>
          </ac:spMkLst>
        </pc:spChg>
        <pc:spChg chg="mod">
          <ac:chgData name="swathi pentela" userId="c613ccba40ab64e2" providerId="LiveId" clId="{5724FB1B-D0CD-4F1B-96CE-FFFD6C784F1E}" dt="2026-09-28T16:05:58.157" v="431" actId="1076"/>
          <ac:spMkLst>
            <pc:docMk/>
            <pc:sldMk cId="51404100" sldId="1788"/>
            <ac:spMk id="18" creationId="{809090C4-3804-7193-36DB-4E08F0C174B9}"/>
          </ac:spMkLst>
        </pc:spChg>
        <pc:picChg chg="add mod">
          <ac:chgData name="swathi pentela" userId="c613ccba40ab64e2" providerId="LiveId" clId="{5724FB1B-D0CD-4F1B-96CE-FFFD6C784F1E}" dt="2026-09-28T16:05:51.229" v="430" actId="1076"/>
          <ac:picMkLst>
            <pc:docMk/>
            <pc:sldMk cId="51404100" sldId="1788"/>
            <ac:picMk id="2" creationId="{E510D064-15B4-09E5-A4ED-55414BA4143E}"/>
          </ac:picMkLst>
        </pc:picChg>
        <pc:picChg chg="add mod">
          <ac:chgData name="swathi pentela" userId="c613ccba40ab64e2" providerId="LiveId" clId="{5724FB1B-D0CD-4F1B-96CE-FFFD6C784F1E}" dt="2026-09-28T15:59:24.446" v="419" actId="1076"/>
          <ac:picMkLst>
            <pc:docMk/>
            <pc:sldMk cId="51404100" sldId="1788"/>
            <ac:picMk id="5" creationId="{DD93BEE5-A004-4D43-6C1A-24FBB6653A10}"/>
          </ac:picMkLst>
        </pc:picChg>
      </pc:sldChg>
      <pc:sldChg chg="addSp delSp modSp add mod">
        <pc:chgData name="swathi pentela" userId="c613ccba40ab64e2" providerId="LiveId" clId="{5724FB1B-D0CD-4F1B-96CE-FFFD6C784F1E}" dt="2026-09-28T16:09:24.220" v="453" actId="20578"/>
        <pc:sldMkLst>
          <pc:docMk/>
          <pc:sldMk cId="2954098031" sldId="1789"/>
        </pc:sldMkLst>
        <pc:spChg chg="mod">
          <ac:chgData name="swathi pentela" userId="c613ccba40ab64e2" providerId="LiveId" clId="{5724FB1B-D0CD-4F1B-96CE-FFFD6C784F1E}" dt="2026-09-28T16:09:24.220" v="453" actId="20578"/>
          <ac:spMkLst>
            <pc:docMk/>
            <pc:sldMk cId="2954098031" sldId="1789"/>
            <ac:spMk id="18" creationId="{EAB65A87-5D15-A00E-F12B-CD65157E68C5}"/>
          </ac:spMkLst>
        </pc:spChg>
        <pc:grpChg chg="mod">
          <ac:chgData name="swathi pentela" userId="c613ccba40ab64e2" providerId="LiveId" clId="{5724FB1B-D0CD-4F1B-96CE-FFFD6C784F1E}" dt="2026-09-28T16:08:51.789" v="449" actId="1076"/>
          <ac:grpSpMkLst>
            <pc:docMk/>
            <pc:sldMk cId="2954098031" sldId="1789"/>
            <ac:grpSpMk id="7" creationId="{A998A8ED-E5F4-FB3A-682B-9A32A7DF78C8}"/>
          </ac:grpSpMkLst>
        </pc:grpChg>
        <pc:picChg chg="add mod">
          <ac:chgData name="swathi pentela" userId="c613ccba40ab64e2" providerId="LiveId" clId="{5724FB1B-D0CD-4F1B-96CE-FFFD6C784F1E}" dt="2026-09-28T16:09:09.977" v="451" actId="1076"/>
          <ac:picMkLst>
            <pc:docMk/>
            <pc:sldMk cId="2954098031" sldId="1789"/>
            <ac:picMk id="2" creationId="{236AE7D4-EBF2-A975-2FD6-443E0669CB83}"/>
          </ac:picMkLst>
        </pc:picChg>
      </pc:sldChg>
      <pc:sldChg chg="delSp modSp add mod">
        <pc:chgData name="swathi pentela" userId="c613ccba40ab64e2" providerId="LiveId" clId="{5724FB1B-D0CD-4F1B-96CE-FFFD6C784F1E}" dt="2026-09-29T15:15:40.844" v="547" actId="1076"/>
        <pc:sldMkLst>
          <pc:docMk/>
          <pc:sldMk cId="1628792537" sldId="1790"/>
        </pc:sldMkLst>
        <pc:spChg chg="mod">
          <ac:chgData name="swathi pentela" userId="c613ccba40ab64e2" providerId="LiveId" clId="{5724FB1B-D0CD-4F1B-96CE-FFFD6C784F1E}" dt="2026-09-29T15:15:40.844" v="547" actId="1076"/>
          <ac:spMkLst>
            <pc:docMk/>
            <pc:sldMk cId="1628792537" sldId="1790"/>
            <ac:spMk id="13" creationId="{AE44AF53-3115-3301-E097-F2A9FFCC6D0D}"/>
          </ac:spMkLst>
        </pc:spChg>
        <pc:spChg chg="del mod">
          <ac:chgData name="swathi pentela" userId="c613ccba40ab64e2" providerId="LiveId" clId="{5724FB1B-D0CD-4F1B-96CE-FFFD6C784F1E}" dt="2026-09-29T15:13:13.965" v="507"/>
          <ac:spMkLst>
            <pc:docMk/>
            <pc:sldMk cId="1628792537" sldId="1790"/>
            <ac:spMk id="19" creationId="{B612C4F4-F020-4E19-A696-2348AB4D23B2}"/>
          </ac:spMkLst>
        </pc:spChg>
        <pc:grpChg chg="mod">
          <ac:chgData name="swathi pentela" userId="c613ccba40ab64e2" providerId="LiveId" clId="{5724FB1B-D0CD-4F1B-96CE-FFFD6C784F1E}" dt="2026-09-29T15:15:34.319" v="546" actId="1076"/>
          <ac:grpSpMkLst>
            <pc:docMk/>
            <pc:sldMk cId="1628792537" sldId="1790"/>
            <ac:grpSpMk id="7" creationId="{F8DDD4E0-5268-76C4-79C1-5AA3D08A8F02}"/>
          </ac:grpSpMkLst>
        </pc:grpChg>
        <pc:picChg chg="del">
          <ac:chgData name="swathi pentela" userId="c613ccba40ab64e2" providerId="LiveId" clId="{5724FB1B-D0CD-4F1B-96CE-FFFD6C784F1E}" dt="2026-09-29T15:13:04.769" v="495" actId="478"/>
          <ac:picMkLst>
            <pc:docMk/>
            <pc:sldMk cId="1628792537" sldId="1790"/>
            <ac:picMk id="2" creationId="{A9E97499-1031-FF21-6585-258EDA7347BD}"/>
          </ac:picMkLst>
        </pc:picChg>
        <pc:picChg chg="del">
          <ac:chgData name="swathi pentela" userId="c613ccba40ab64e2" providerId="LiveId" clId="{5724FB1B-D0CD-4F1B-96CE-FFFD6C784F1E}" dt="2026-09-29T15:13:03.601" v="494" actId="478"/>
          <ac:picMkLst>
            <pc:docMk/>
            <pc:sldMk cId="1628792537" sldId="1790"/>
            <ac:picMk id="5" creationId="{8DE5FA48-B3B9-35E0-B31C-DBF4BCEB6FD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25116-00D9-4A77-BFEB-9388F8B9BA6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1F5B3-4BBF-41F2-8804-AFC586FF4C0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1F5B3-4BBF-41F2-8804-AFC586FF4C0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23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C4122-21D7-4D2E-9537-F9D5F36E3D21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7603C-9C71-4375-9B9C-07CB8A3E7A57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1E986-61DE-4AB4-91FB-298D4541D173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96C85-4D28-466E-8276-D1328B90FAC2}" type="datetime3">
              <a:rPr lang="en-US" smtClean="0"/>
              <a:t>1 October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A0926-7F03-40DF-B510-A433943B4037}" type="datetime3">
              <a:rPr lang="en-US" smtClean="0"/>
              <a:t>1 October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7B668-7437-4438-91AB-1C90BD88D37C}" type="datetime3">
              <a:rPr lang="en-US" smtClean="0"/>
              <a:t>1 October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A918-FD71-421A-8887-A378854027B1}" type="datetime3">
              <a:rPr lang="en-US" smtClean="0"/>
              <a:t>1 October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F877-3539-4BD4-86DE-2BE37BC6985F}" type="datetime3">
              <a:rPr lang="en-US" smtClean="0"/>
              <a:t>1 October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0C93-7BFE-482C-9BCB-7503D20D7B23}" type="datetime3">
              <a:rPr lang="en-US" smtClean="0"/>
              <a:t>1 October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B437-AC66-43EC-9CBF-2B945F499F52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6ACE-B2CC-417F-BA68-DB002F313D0E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1103D-639F-4D8B-9094-99FCF04F5B20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754702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629FF-3FC9-4ED2-8167-F1E9CD28EC7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39" y="-27061"/>
            <a:ext cx="1862765" cy="139707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248130" y="449794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Aditya Engineering College(A)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8112125" y="6597650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351A7-5C5E-4743-B9A6-C943367A812C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My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62300" y="870853"/>
            <a:ext cx="5867400" cy="8382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838200" y="1289953"/>
            <a:ext cx="105156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b="1" dirty="0">
              <a:solidFill>
                <a:srgbClr val="009900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dirty="0">
              <a:solidFill>
                <a:srgbClr val="009900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 REVIEW ANALYSIS SYSTEM </a:t>
            </a:r>
          </a:p>
          <a:p>
            <a:pPr algn="ctr"/>
            <a:endParaRPr lang="en-US" b="1" dirty="0">
              <a:solidFill>
                <a:schemeClr val="accent2">
                  <a:lumMod val="75000"/>
                </a:schemeClr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b="1" dirty="0">
              <a:solidFill>
                <a:srgbClr val="002060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Presented by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1. EERANKI SRI SURYA KRISHNA KARTHIK  -  25B11CS253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2. KAMEPALLI VENKATA AKHILESH               -  25B11CS381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3. CHOKKA SRI SOWMYA                                -  25B11CS194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4. BODDU LAKSHMI SURYA SAHITHI            -  25B11CS115</a:t>
            </a:r>
            <a:endParaRPr lang="en-US" sz="2400" dirty="0">
              <a:solidFill>
                <a:schemeClr val="accent5">
                  <a:lumMod val="50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pPr algn="ctr"/>
            <a:endParaRPr lang="en-US" sz="2400" b="1" dirty="0">
              <a:solidFill>
                <a:srgbClr val="0070C0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dirty="0">
              <a:latin typeface="Centaur" panose="020305040502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3886200" y="787574"/>
            <a:ext cx="5199965" cy="1235076"/>
            <a:chOff x="13004829" y="1407596"/>
            <a:chExt cx="6837727" cy="1909355"/>
          </a:xfrm>
        </p:grpSpPr>
        <p:grpSp>
          <p:nvGrpSpPr>
            <p:cNvPr id="8" name="Group 7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/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14207225" y="1556118"/>
              <a:ext cx="5635331" cy="10435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INTRODUCTION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076325" y="1893345"/>
            <a:ext cx="10439400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alt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ilt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study and interpret</a:t>
            </a:r>
            <a:r>
              <a:rPr lang="en-US" alt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 in restaurant reviews using simple python tools.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a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containing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names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ratings, and customer reviews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records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feedback, review scores, and other restaurant details.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the raw data by handling missing values and inconsistent formats.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review data into a structured format suitable for</a:t>
            </a:r>
            <a:r>
              <a:rPr lang="en-US" alt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Pandas to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customer reviews, ratings, and compare restaurant performance.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605811"/>
            <a:ext cx="10972800" cy="4525963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reviews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affect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reputation</a:t>
            </a:r>
            <a:r>
              <a:rPr lang="en-US" alt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day. </a:t>
            </a:r>
          </a:p>
          <a:p>
            <a:pPr lvl="0">
              <a:lnSpc>
                <a:spcPct val="150000"/>
              </a:lnSpc>
            </a:pP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is scattered across large, unorganized raw datasets.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Studying thousands of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reviews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is time-consuming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error-prone.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to identify which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the best or worst customer satisfaction</a:t>
            </a:r>
            <a:r>
              <a:rPr lang="en-US" alt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and inconsistent formats make raw data hard to analyze directly.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visualization,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patterns and customer preferences stay hidden.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simple, automated system is needed to clean, analyze, and visualize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restaurant review data.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7603C-9C71-4375-9B9C-07CB8A3E7A57}" type="datetime3">
              <a:rPr lang="en-US" smtClean="0"/>
              <a:t>1 October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3068259" y="533400"/>
            <a:ext cx="6055482" cy="1261107"/>
            <a:chOff x="13004829" y="1407596"/>
            <a:chExt cx="6141489" cy="1909355"/>
          </a:xfrm>
        </p:grpSpPr>
        <p:grpSp>
          <p:nvGrpSpPr>
            <p:cNvPr id="7" name="Group 6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9" name="object 3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0" name="object 4"/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8" name="Rectangle 7"/>
            <p:cNvSpPr/>
            <p:nvPr/>
          </p:nvSpPr>
          <p:spPr>
            <a:xfrm>
              <a:off x="13185154" y="1773658"/>
              <a:ext cx="5635331" cy="6057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defRPr/>
              </a:pPr>
              <a:r>
                <a:rPr lang="en-US" sz="20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  <a:sym typeface="Arial" panose="020B0604020202020204"/>
                </a:rPr>
                <a:t>PROBLEM STATEMENT &amp; OBJECTIVES</a:t>
              </a:r>
            </a:p>
          </p:txBody>
        </p:sp>
      </p:grpSp>
      <p:pic>
        <p:nvPicPr>
          <p:cNvPr id="11" name="Picture 2" descr="C:\Users\My\Desktop\Capture 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495802" y="519272"/>
            <a:ext cx="3124201" cy="600059"/>
            <a:chOff x="14670659" y="1505726"/>
            <a:chExt cx="2725045" cy="927656"/>
          </a:xfrm>
        </p:grpSpPr>
        <p:sp>
          <p:nvSpPr>
            <p:cNvPr id="11" name="object 4"/>
            <p:cNvSpPr/>
            <p:nvPr/>
          </p:nvSpPr>
          <p:spPr>
            <a:xfrm>
              <a:off x="14670659" y="1699542"/>
              <a:ext cx="2725045" cy="733840"/>
            </a:xfrm>
            <a:custGeom>
              <a:avLst/>
              <a:gdLst/>
              <a:ahLst/>
              <a:cxnLst/>
              <a:rect l="l" t="t" r="r" b="b"/>
              <a:pathLst>
                <a:path w="6572250" h="748030">
                  <a:moveTo>
                    <a:pt x="6447626" y="0"/>
                  </a:moveTo>
                  <a:lnTo>
                    <a:pt x="124624" y="0"/>
                  </a:lnTo>
                  <a:lnTo>
                    <a:pt x="76114" y="9793"/>
                  </a:lnTo>
                  <a:lnTo>
                    <a:pt x="36501" y="36502"/>
                  </a:lnTo>
                  <a:lnTo>
                    <a:pt x="9793" y="76115"/>
                  </a:lnTo>
                  <a:lnTo>
                    <a:pt x="0" y="124625"/>
                  </a:lnTo>
                  <a:lnTo>
                    <a:pt x="0" y="623087"/>
                  </a:lnTo>
                  <a:lnTo>
                    <a:pt x="9793" y="671597"/>
                  </a:lnTo>
                  <a:lnTo>
                    <a:pt x="36501" y="711210"/>
                  </a:lnTo>
                  <a:lnTo>
                    <a:pt x="76114" y="737918"/>
                  </a:lnTo>
                  <a:lnTo>
                    <a:pt x="124624" y="747712"/>
                  </a:lnTo>
                  <a:lnTo>
                    <a:pt x="6447626" y="747712"/>
                  </a:lnTo>
                  <a:lnTo>
                    <a:pt x="6496135" y="737918"/>
                  </a:lnTo>
                  <a:lnTo>
                    <a:pt x="6535748" y="711210"/>
                  </a:lnTo>
                  <a:lnTo>
                    <a:pt x="6562456" y="671597"/>
                  </a:lnTo>
                  <a:lnTo>
                    <a:pt x="6572250" y="623087"/>
                  </a:lnTo>
                  <a:lnTo>
                    <a:pt x="6572250" y="124625"/>
                  </a:lnTo>
                  <a:lnTo>
                    <a:pt x="6562456" y="76115"/>
                  </a:lnTo>
                  <a:lnTo>
                    <a:pt x="6535748" y="36502"/>
                  </a:lnTo>
                  <a:lnTo>
                    <a:pt x="6496135" y="9793"/>
                  </a:lnTo>
                  <a:lnTo>
                    <a:pt x="6447626" y="0"/>
                  </a:lnTo>
                  <a:close/>
                </a:path>
              </a:pathLst>
            </a:custGeom>
            <a:solidFill>
              <a:srgbClr val="FF6600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sz="1055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5298732" y="1505726"/>
              <a:ext cx="1553679" cy="9124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DATASET 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600200" y="1563841"/>
            <a:ext cx="10058400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to analyse customer reviews and restaurant performance.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both numerical ratings and textual feedback.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data cleaning and analysis using Pandas and NumPy.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customer satisfaction and feedback patterns.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stored in an Excel file.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10 restaurant review records.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record represents one customer's review.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8FBC1-EB54-2F61-D04E-52EC9A045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EFEF875F-C6B1-AA05-C3B3-78C33B4FE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6B922-5B90-0FE2-14F9-BD1132B69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90AB2A-7C17-7788-4C74-1B641392A173}"/>
              </a:ext>
            </a:extLst>
          </p:cNvPr>
          <p:cNvGrpSpPr/>
          <p:nvPr/>
        </p:nvGrpSpPr>
        <p:grpSpPr>
          <a:xfrm>
            <a:off x="4343400" y="658269"/>
            <a:ext cx="5504765" cy="1235076"/>
            <a:chOff x="13004829" y="1407596"/>
            <a:chExt cx="7238526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0C77889-368A-6786-4B5F-84F872D5C2EC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1689CC86-1701-408B-5761-929B0070945A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A441762A-75CF-ECD4-A593-8F19869D604B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D9483A4-9F82-B85D-5804-A37F891140B0}"/>
                </a:ext>
              </a:extLst>
            </p:cNvPr>
            <p:cNvSpPr/>
            <p:nvPr/>
          </p:nvSpPr>
          <p:spPr>
            <a:xfrm>
              <a:off x="14608024" y="1520926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ATTRIBUTES 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8AF76EA-DD65-8705-C083-751825B98C5B}"/>
              </a:ext>
            </a:extLst>
          </p:cNvPr>
          <p:cNvSpPr txBox="1"/>
          <p:nvPr/>
        </p:nvSpPr>
        <p:spPr>
          <a:xfrm>
            <a:off x="1458944" y="1792934"/>
            <a:ext cx="10439400" cy="4745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Review_ID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Uniquely identifies each review.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Restaurant_Name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Identifies the restaurant being reviewed.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Food_Rating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Shows customer satisfaction with food.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Service_Rating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Indicates the quality of service.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Ambience_Rating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Represents customer satisfaction with the restaurant's atmosphere.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Overall_Rating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Shows the customer's overall experience.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Review_Text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Contains the customer's written feedback.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Target Variable:</a:t>
            </a:r>
            <a:endParaRPr lang="en-IN" sz="24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– Classifies the review as Positive, Neutral, or Negative. </a:t>
            </a:r>
          </a:p>
          <a:p>
            <a:pPr lvl="0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122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BE045-DA6B-502F-96F0-1EFC407F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4AA00ADC-4DAD-6B3E-0B5C-8850F6B22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21093-AE54-02EB-22DE-8B1D2939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7BCA46C-9E7B-035F-F65E-E8EF1E5BA815}"/>
              </a:ext>
            </a:extLst>
          </p:cNvPr>
          <p:cNvGrpSpPr/>
          <p:nvPr/>
        </p:nvGrpSpPr>
        <p:grpSpPr>
          <a:xfrm>
            <a:off x="397362" y="1066668"/>
            <a:ext cx="5047565" cy="1235076"/>
            <a:chOff x="13004829" y="1407596"/>
            <a:chExt cx="6637328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CE8B382-3A45-4E78-DD22-F7CFBC5EE09A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06ECB06C-6D14-A930-F6C4-5663EDF8B737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DA30138E-D702-5335-6DD5-6A1D19BF749B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3077348-5167-6419-3FD4-01ADF3475AC8}"/>
                </a:ext>
              </a:extLst>
            </p:cNvPr>
            <p:cNvSpPr/>
            <p:nvPr/>
          </p:nvSpPr>
          <p:spPr>
            <a:xfrm>
              <a:off x="14006826" y="1520926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DATA COLLECTION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FE47FA6-7BF7-7710-A94F-0D4FB075A987}"/>
              </a:ext>
            </a:extLst>
          </p:cNvPr>
          <p:cNvSpPr txBox="1"/>
          <p:nvPr/>
        </p:nvSpPr>
        <p:spPr>
          <a:xfrm>
            <a:off x="286921" y="2169076"/>
            <a:ext cx="4842624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dataset was first downloaded from Kaggle.com.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downloaded dataset was then uploaded and stored in Google Drive.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Google Drive was mounted and connected to Google </a:t>
            </a:r>
            <a:r>
              <a:rPr lang="en-IN" sz="2000" dirty="0" err="1"/>
              <a:t>Colab</a:t>
            </a:r>
            <a:r>
              <a:rPr lang="en-IN" sz="2000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dataset file was accessed from the mounted Google Drive.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5FF3D9-4EDA-F628-172C-6DE1D6A6F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741166"/>
            <a:ext cx="4181858" cy="8687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A07FED-608C-2D89-930E-A723D1BE7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6527" y="2054722"/>
            <a:ext cx="6708208" cy="466557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D6F3E41-CCEB-A8F5-86A9-235638ACFEAD}"/>
              </a:ext>
            </a:extLst>
          </p:cNvPr>
          <p:cNvSpPr txBox="1"/>
          <p:nvPr/>
        </p:nvSpPr>
        <p:spPr>
          <a:xfrm>
            <a:off x="6477000" y="270137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MOUNTING THE DRIVE INTO GOOGLE COLAB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ABC96A-53EB-C912-DB86-11BFF6DA6457}"/>
              </a:ext>
            </a:extLst>
          </p:cNvPr>
          <p:cNvSpPr txBox="1"/>
          <p:nvPr/>
        </p:nvSpPr>
        <p:spPr>
          <a:xfrm>
            <a:off x="8077200" y="1684206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09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56946-D426-DF9D-4F7F-E65AA318A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ADCF4603-B422-FB48-2778-65FD27178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752A8-C034-773D-16E3-1C9D52819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E0AFC3-8903-481E-B92D-59CF23C66581}"/>
              </a:ext>
            </a:extLst>
          </p:cNvPr>
          <p:cNvGrpSpPr/>
          <p:nvPr/>
        </p:nvGrpSpPr>
        <p:grpSpPr>
          <a:xfrm>
            <a:off x="581997" y="1227182"/>
            <a:ext cx="3124201" cy="600060"/>
            <a:chOff x="14670659" y="1505725"/>
            <a:chExt cx="2725045" cy="927657"/>
          </a:xfrm>
        </p:grpSpPr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37CB53D8-F667-8A56-5727-1C5AC5F0B00A}"/>
                </a:ext>
              </a:extLst>
            </p:cNvPr>
            <p:cNvSpPr/>
            <p:nvPr/>
          </p:nvSpPr>
          <p:spPr>
            <a:xfrm>
              <a:off x="14670659" y="1699542"/>
              <a:ext cx="2725045" cy="733840"/>
            </a:xfrm>
            <a:custGeom>
              <a:avLst/>
              <a:gdLst/>
              <a:ahLst/>
              <a:cxnLst/>
              <a:rect l="l" t="t" r="r" b="b"/>
              <a:pathLst>
                <a:path w="6572250" h="748030">
                  <a:moveTo>
                    <a:pt x="6447626" y="0"/>
                  </a:moveTo>
                  <a:lnTo>
                    <a:pt x="124624" y="0"/>
                  </a:lnTo>
                  <a:lnTo>
                    <a:pt x="76114" y="9793"/>
                  </a:lnTo>
                  <a:lnTo>
                    <a:pt x="36501" y="36502"/>
                  </a:lnTo>
                  <a:lnTo>
                    <a:pt x="9793" y="76115"/>
                  </a:lnTo>
                  <a:lnTo>
                    <a:pt x="0" y="124625"/>
                  </a:lnTo>
                  <a:lnTo>
                    <a:pt x="0" y="623087"/>
                  </a:lnTo>
                  <a:lnTo>
                    <a:pt x="9793" y="671597"/>
                  </a:lnTo>
                  <a:lnTo>
                    <a:pt x="36501" y="711210"/>
                  </a:lnTo>
                  <a:lnTo>
                    <a:pt x="76114" y="737918"/>
                  </a:lnTo>
                  <a:lnTo>
                    <a:pt x="124624" y="747712"/>
                  </a:lnTo>
                  <a:lnTo>
                    <a:pt x="6447626" y="747712"/>
                  </a:lnTo>
                  <a:lnTo>
                    <a:pt x="6496135" y="737918"/>
                  </a:lnTo>
                  <a:lnTo>
                    <a:pt x="6535748" y="711210"/>
                  </a:lnTo>
                  <a:lnTo>
                    <a:pt x="6562456" y="671597"/>
                  </a:lnTo>
                  <a:lnTo>
                    <a:pt x="6572250" y="623087"/>
                  </a:lnTo>
                  <a:lnTo>
                    <a:pt x="6572250" y="124625"/>
                  </a:lnTo>
                  <a:lnTo>
                    <a:pt x="6562456" y="76115"/>
                  </a:lnTo>
                  <a:lnTo>
                    <a:pt x="6535748" y="36502"/>
                  </a:lnTo>
                  <a:lnTo>
                    <a:pt x="6496135" y="9793"/>
                  </a:lnTo>
                  <a:lnTo>
                    <a:pt x="6447626" y="0"/>
                  </a:lnTo>
                  <a:close/>
                </a:path>
              </a:pathLst>
            </a:custGeom>
            <a:solidFill>
              <a:srgbClr val="FF6600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sz="1055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B04DAE-4C04-D590-65BD-1F92E3E51ED1}"/>
                </a:ext>
              </a:extLst>
            </p:cNvPr>
            <p:cNvSpPr/>
            <p:nvPr/>
          </p:nvSpPr>
          <p:spPr>
            <a:xfrm>
              <a:off x="14765319" y="1505725"/>
              <a:ext cx="2620506" cy="9124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DATA CLEANING 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421BC5D-634E-6AB7-3A0C-242CA5C92346}"/>
              </a:ext>
            </a:extLst>
          </p:cNvPr>
          <p:cNvSpPr txBox="1"/>
          <p:nvPr/>
        </p:nvSpPr>
        <p:spPr>
          <a:xfrm>
            <a:off x="347734" y="2266850"/>
            <a:ext cx="359272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1. head()</a:t>
            </a:r>
            <a:endParaRPr lang="en-IN" sz="2000" dirty="0">
              <a:solidFill>
                <a:schemeClr val="accent5">
                  <a:lumMod val="50000"/>
                </a:schemeClr>
              </a:solidFill>
            </a:endParaRPr>
          </a:p>
          <a:p>
            <a:pPr lvl="0"/>
            <a:r>
              <a:rPr lang="en-IN" sz="2000" dirty="0"/>
              <a:t>Used to display the first 5 rows of the dataset.</a:t>
            </a:r>
          </a:p>
          <a:p>
            <a:r>
              <a:rPr lang="en-IN" sz="2000" dirty="0">
                <a:solidFill>
                  <a:schemeClr val="accent5">
                    <a:lumMod val="50000"/>
                  </a:schemeClr>
                </a:solidFill>
              </a:rPr>
              <a:t>2.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tail()</a:t>
            </a:r>
            <a:endParaRPr lang="en-IN" sz="2000" dirty="0">
              <a:solidFill>
                <a:schemeClr val="accent5">
                  <a:lumMod val="50000"/>
                </a:schemeClr>
              </a:solidFill>
            </a:endParaRPr>
          </a:p>
          <a:p>
            <a:pPr lvl="0"/>
            <a:r>
              <a:rPr lang="en-IN" sz="2000" dirty="0"/>
              <a:t>Used to display the last 5 rows of the dataset</a:t>
            </a:r>
          </a:p>
          <a:p>
            <a:r>
              <a:rPr lang="en-IN" sz="2000" dirty="0">
                <a:solidFill>
                  <a:schemeClr val="accent5">
                    <a:lumMod val="50000"/>
                  </a:schemeClr>
                </a:solidFill>
              </a:rPr>
              <a:t>3. 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shape</a:t>
            </a:r>
            <a:endParaRPr lang="en-IN" sz="2000" dirty="0">
              <a:solidFill>
                <a:schemeClr val="accent5">
                  <a:lumMod val="50000"/>
                </a:schemeClr>
              </a:solidFill>
            </a:endParaRPr>
          </a:p>
          <a:p>
            <a:pPr lvl="0"/>
            <a:r>
              <a:rPr lang="en-IN" sz="2000" dirty="0"/>
              <a:t>Used to find the number of rows and columns in the dataset. </a:t>
            </a:r>
          </a:p>
          <a:p>
            <a:pPr lvl="0"/>
            <a:r>
              <a:rPr lang="en-IN" sz="2000" dirty="0"/>
              <a:t>It returns the result in the form (rows, columns).</a:t>
            </a:r>
          </a:p>
          <a:p>
            <a:pPr lvl="0"/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D4F5E8-74D2-42FF-FE84-680C1B81A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039" y="187499"/>
            <a:ext cx="7529002" cy="25757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9648A9-28B8-43FD-4EFF-09400578F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040" y="2902878"/>
            <a:ext cx="7529001" cy="26367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65E068-92EC-1F28-C1E8-215A61E1F2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7040" y="5664574"/>
            <a:ext cx="7529000" cy="10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305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810000" y="150869"/>
            <a:ext cx="6055482" cy="1273409"/>
            <a:chOff x="13004829" y="1407596"/>
            <a:chExt cx="6141489" cy="1909355"/>
          </a:xfrm>
        </p:grpSpPr>
        <p:grpSp>
          <p:nvGrpSpPr>
            <p:cNvPr id="8" name="Group 7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/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13201172" y="1543115"/>
              <a:ext cx="5635331" cy="8871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DATA CLEANING</a:t>
              </a: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7733030" y="15259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A2E077-4A63-BDF7-9A96-1DB9831D8C39}"/>
              </a:ext>
            </a:extLst>
          </p:cNvPr>
          <p:cNvSpPr txBox="1"/>
          <p:nvPr/>
        </p:nvSpPr>
        <p:spPr>
          <a:xfrm>
            <a:off x="7620000" y="1090166"/>
            <a:ext cx="4064000" cy="5266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800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Fillna</a:t>
            </a:r>
            <a:r>
              <a:rPr lang="en-IN" sz="2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fillna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 is a Pandas function used to handle missing (</a:t>
            </a:r>
            <a:r>
              <a:rPr lang="en-IN" dirty="0" err="1"/>
              <a:t>NaN</a:t>
            </a:r>
            <a:r>
              <a:rPr lang="en-IN" dirty="0"/>
              <a:t>) values in a dataset.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 replaces empty or missing values with a specified value.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 helps make the dataset complete and suitable for analysis.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Syntax: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df</a:t>
            </a:r>
            <a:r>
              <a:rPr lang="en-IN" dirty="0"/>
              <a:t>["</a:t>
            </a:r>
            <a:r>
              <a:rPr lang="en-IN" dirty="0" err="1"/>
              <a:t>Review_Text</a:t>
            </a:r>
            <a:r>
              <a:rPr lang="en-IN" dirty="0"/>
              <a:t>"] = </a:t>
            </a:r>
            <a:r>
              <a:rPr lang="en-IN" dirty="0" err="1"/>
              <a:t>df</a:t>
            </a:r>
            <a:r>
              <a:rPr lang="en-IN" dirty="0"/>
              <a:t>["</a:t>
            </a:r>
            <a:r>
              <a:rPr lang="en-IN" dirty="0" err="1"/>
              <a:t>Review_Text</a:t>
            </a:r>
            <a:r>
              <a:rPr lang="en-IN" dirty="0"/>
              <a:t>"].</a:t>
            </a:r>
            <a:r>
              <a:rPr lang="en-IN" dirty="0" err="1"/>
              <a:t>fillna</a:t>
            </a:r>
            <a:r>
              <a:rPr lang="en-IN" dirty="0"/>
              <a:t>("No review provided")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F05201-6698-A548-0C54-EF9E136FD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020483"/>
            <a:ext cx="7183995" cy="57231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62993-65A9-E9D6-45DF-2524A8A26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D96E9319-14E2-0250-2257-2050E5F10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01F22-3E25-B7F0-8388-E8D9CF3C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FA0C6B-2C0F-A20E-6F81-3F0F3DC567D3}"/>
              </a:ext>
            </a:extLst>
          </p:cNvPr>
          <p:cNvGrpSpPr/>
          <p:nvPr/>
        </p:nvGrpSpPr>
        <p:grpSpPr>
          <a:xfrm>
            <a:off x="3962967" y="170036"/>
            <a:ext cx="4670489" cy="1235076"/>
            <a:chOff x="13004829" y="1407596"/>
            <a:chExt cx="6141489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0C19108-91AA-FADF-11FF-2ED33D6201CC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A15DD65A-9A1E-64CA-31B5-F5926E7D4B3E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4ED0C39D-020E-78B6-A756-666706D8B73E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7A0F623-4BEF-1750-40BA-1C9BBC0473BC}"/>
                </a:ext>
              </a:extLst>
            </p:cNvPr>
            <p:cNvSpPr/>
            <p:nvPr/>
          </p:nvSpPr>
          <p:spPr>
            <a:xfrm>
              <a:off x="13510987" y="1520926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DATA PREPROCESSING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4C1011C-F17E-5C0D-9F61-8036ECEB58C9}"/>
              </a:ext>
            </a:extLst>
          </p:cNvPr>
          <p:cNvSpPr txBox="1"/>
          <p:nvPr/>
        </p:nvSpPr>
        <p:spPr>
          <a:xfrm>
            <a:off x="1447800" y="1219200"/>
            <a:ext cx="456247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5">
                    <a:lumMod val="50000"/>
                  </a:schemeClr>
                </a:solidFill>
              </a:rPr>
              <a:t>Ascending Order</a:t>
            </a:r>
          </a:p>
          <a:p>
            <a:r>
              <a:rPr lang="en-IN" sz="2000" dirty="0"/>
              <a:t>These are used to sort the data in Pandas.</a:t>
            </a:r>
          </a:p>
          <a:p>
            <a:r>
              <a:rPr lang="en-IN" dirty="0"/>
              <a:t>ascending=True</a:t>
            </a:r>
            <a:endParaRPr lang="en-IN" sz="2000" dirty="0"/>
          </a:p>
          <a:p>
            <a:pPr lvl="0"/>
            <a:r>
              <a:rPr lang="en-IN" sz="2000" dirty="0"/>
              <a:t>Arranges values from smallest to largest.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9E4CC9-9108-F154-BB37-2E969B2FB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274" y="995360"/>
            <a:ext cx="5355816" cy="35613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C4F497-C5E3-7582-DE33-BB20CE866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2639471"/>
            <a:ext cx="5307612" cy="3960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677A711-C651-B205-9C20-25C28020EB45}"/>
              </a:ext>
            </a:extLst>
          </p:cNvPr>
          <p:cNvSpPr txBox="1"/>
          <p:nvPr/>
        </p:nvSpPr>
        <p:spPr>
          <a:xfrm>
            <a:off x="6661976" y="4724400"/>
            <a:ext cx="485041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5">
                    <a:lumMod val="50000"/>
                  </a:schemeClr>
                </a:solidFill>
              </a:rPr>
              <a:t>Descending Order</a:t>
            </a:r>
          </a:p>
          <a:p>
            <a:r>
              <a:rPr lang="en-IN" sz="1800" dirty="0"/>
              <a:t> ascending=False</a:t>
            </a:r>
            <a:endParaRPr lang="en-IN" sz="2000" dirty="0"/>
          </a:p>
          <a:p>
            <a:pPr lvl="0"/>
            <a:r>
              <a:rPr lang="en-IN" sz="2000" dirty="0"/>
              <a:t>Arranges values from largest to smallest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7198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518E4-9D64-AF70-9347-7388D5117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AD3BB095-D2F9-9777-1B18-FB273C553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A853E-9C9A-2EF6-6D22-915DF20CE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0C32BD-B779-E17C-28C5-589DFFDA11E3}"/>
              </a:ext>
            </a:extLst>
          </p:cNvPr>
          <p:cNvGrpSpPr/>
          <p:nvPr/>
        </p:nvGrpSpPr>
        <p:grpSpPr>
          <a:xfrm>
            <a:off x="3886200" y="247486"/>
            <a:ext cx="4670489" cy="1235076"/>
            <a:chOff x="13004829" y="1407596"/>
            <a:chExt cx="6141489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AB007A8-1C9B-1F6E-310F-C11F0AF86EF6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CF5CF23F-690B-263E-4206-9197FCE98D16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64D4A0EC-5483-9638-4ABC-D082BFC41BCB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A43F227-A203-F6E0-4942-E65D8F0E843E}"/>
                </a:ext>
              </a:extLst>
            </p:cNvPr>
            <p:cNvSpPr/>
            <p:nvPr/>
          </p:nvSpPr>
          <p:spPr>
            <a:xfrm>
              <a:off x="13491594" y="1520926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SETTING CONDITIONS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6B02973-B7D9-367D-BDB4-5CCEFA21F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099866"/>
            <a:ext cx="6454699" cy="57078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EB61E48-97D2-EAEC-7103-29FE53FD72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4867937"/>
            <a:ext cx="967824" cy="182895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C2FFAF7-6825-FC63-3EFD-A94498681A57}"/>
              </a:ext>
            </a:extLst>
          </p:cNvPr>
          <p:cNvSpPr txBox="1"/>
          <p:nvPr/>
        </p:nvSpPr>
        <p:spPr>
          <a:xfrm>
            <a:off x="7239000" y="1482562"/>
            <a:ext cx="4953000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apply() to apply a condition to every value in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Overall_Rating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 lambda function to set multiple conditions.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Overall_Rating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 → Most Popular.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Overall_Rating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 → Popular.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Overall_Rating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4 → Not Popular.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column called Category is added to the dataset.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classify restaurants based on their overall rating.</a:t>
            </a:r>
          </a:p>
        </p:txBody>
      </p:sp>
    </p:spTree>
    <p:extLst>
      <p:ext uri="{BB962C8B-B14F-4D97-AF65-F5344CB8AC3E}">
        <p14:creationId xmlns:p14="http://schemas.microsoft.com/office/powerpoint/2010/main" val="1925484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5B25-271D-1A33-4083-B15D12413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C9BF85DD-9901-BE05-20EE-ADAF4E5B5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91566-B853-6A90-FCA6-0E3D9BDF6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A35AEDD-26A5-DB22-D96C-B39D6BF845F0}"/>
              </a:ext>
            </a:extLst>
          </p:cNvPr>
          <p:cNvGrpSpPr/>
          <p:nvPr/>
        </p:nvGrpSpPr>
        <p:grpSpPr>
          <a:xfrm>
            <a:off x="3810000" y="398596"/>
            <a:ext cx="5199965" cy="1235076"/>
            <a:chOff x="13004829" y="1407596"/>
            <a:chExt cx="6837727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40F8FD8-E04B-AD60-B1DA-6F6892BEF828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55A5CA31-F8F7-5F99-BA3D-CB8C1364FAD0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EA86E0B2-A751-B661-930D-5E6883288B80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DF1A004-6019-4BDF-CF42-F3CA72982EFE}"/>
                </a:ext>
              </a:extLst>
            </p:cNvPr>
            <p:cNvSpPr/>
            <p:nvPr/>
          </p:nvSpPr>
          <p:spPr>
            <a:xfrm>
              <a:off x="14207225" y="1556118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USING GROUPBY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2D5B89C-2124-0205-1D2B-2AA57C1845F1}"/>
              </a:ext>
            </a:extLst>
          </p:cNvPr>
          <p:cNvSpPr txBox="1"/>
          <p:nvPr/>
        </p:nvSpPr>
        <p:spPr>
          <a:xfrm>
            <a:off x="5518166" y="4081568"/>
            <a:ext cx="6477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MEAN() </a:t>
            </a:r>
            <a:r>
              <a:rPr lang="en-IN" dirty="0"/>
              <a:t>– Calculates the average value of a column.</a:t>
            </a:r>
          </a:p>
          <a:p>
            <a:r>
              <a:rPr lang="en-IN" dirty="0" err="1"/>
              <a:t>avg_feedback</a:t>
            </a:r>
            <a:r>
              <a:rPr lang="en-IN" dirty="0"/>
              <a:t> = </a:t>
            </a:r>
            <a:r>
              <a:rPr lang="en-IN" dirty="0" err="1"/>
              <a:t>df.groupby</a:t>
            </a:r>
            <a:r>
              <a:rPr lang="en-IN" dirty="0"/>
              <a:t>("Feedback")["</a:t>
            </a:r>
            <a:r>
              <a:rPr lang="en-IN" dirty="0" err="1"/>
              <a:t>Overall_Rating</a:t>
            </a:r>
            <a:r>
              <a:rPr lang="en-IN" dirty="0"/>
              <a:t>"].mean()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COUNT() </a:t>
            </a:r>
            <a:r>
              <a:rPr lang="en-IN" dirty="0"/>
              <a:t>– Finds the number of non-empty values in a column.</a:t>
            </a:r>
          </a:p>
          <a:p>
            <a:r>
              <a:rPr lang="en-IN" dirty="0" err="1"/>
              <a:t>feeback_count</a:t>
            </a:r>
            <a:r>
              <a:rPr lang="en-IN" dirty="0"/>
              <a:t> = </a:t>
            </a:r>
            <a:r>
              <a:rPr lang="en-IN" dirty="0" err="1"/>
              <a:t>df.groupby</a:t>
            </a:r>
            <a:r>
              <a:rPr lang="en-IN" dirty="0"/>
              <a:t>("Feedback")["</a:t>
            </a:r>
            <a:r>
              <a:rPr lang="en-IN" dirty="0" err="1"/>
              <a:t>Overall_Rating</a:t>
            </a:r>
            <a:r>
              <a:rPr lang="en-IN" dirty="0"/>
              <a:t>"].count()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MAX() </a:t>
            </a:r>
            <a:r>
              <a:rPr lang="en-IN" dirty="0"/>
              <a:t>– Finds the maximum value in a column.</a:t>
            </a:r>
          </a:p>
          <a:p>
            <a:r>
              <a:rPr lang="en-IN" dirty="0" err="1"/>
              <a:t>max_feedback</a:t>
            </a:r>
            <a:r>
              <a:rPr lang="en-IN" dirty="0"/>
              <a:t> = </a:t>
            </a:r>
            <a:r>
              <a:rPr lang="en-IN" dirty="0" err="1"/>
              <a:t>df.groupby</a:t>
            </a:r>
            <a:r>
              <a:rPr lang="en-IN" dirty="0"/>
              <a:t>("Feedback")["</a:t>
            </a:r>
            <a:r>
              <a:rPr lang="en-IN" dirty="0" err="1"/>
              <a:t>Overall_Rating</a:t>
            </a:r>
            <a:r>
              <a:rPr lang="en-IN" dirty="0"/>
              <a:t>"].max()</a:t>
            </a:r>
          </a:p>
          <a:p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MIN() </a:t>
            </a:r>
            <a:r>
              <a:rPr lang="en-IN" dirty="0"/>
              <a:t>– Finds the minimum value in a column.</a:t>
            </a:r>
          </a:p>
          <a:p>
            <a:r>
              <a:rPr lang="en-IN" dirty="0" err="1"/>
              <a:t>min_feedback</a:t>
            </a:r>
            <a:r>
              <a:rPr lang="en-IN" dirty="0"/>
              <a:t> = </a:t>
            </a:r>
            <a:r>
              <a:rPr lang="en-IN" dirty="0" err="1"/>
              <a:t>df.groupby</a:t>
            </a:r>
            <a:r>
              <a:rPr lang="en-IN" dirty="0"/>
              <a:t>("Feedback")["</a:t>
            </a:r>
            <a:r>
              <a:rPr lang="en-IN" dirty="0" err="1"/>
              <a:t>Overall_Rating</a:t>
            </a:r>
            <a:r>
              <a:rPr lang="en-IN" dirty="0"/>
              <a:t>"].min()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C3B641-3784-6C69-E363-83EDAE7CB0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359" y="1415842"/>
            <a:ext cx="4590521" cy="5001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51FD15-557E-9C78-6C98-716CD7777D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8166" y="1433160"/>
            <a:ext cx="6182588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70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04B6F-815C-47A9-5C86-30713D6B6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9645108E-77AB-3144-FBC6-6B08B653A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0D606-EAE6-69BA-9F3D-FBB81F31B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F75B87-6335-769E-69C5-7972624DA3E8}"/>
              </a:ext>
            </a:extLst>
          </p:cNvPr>
          <p:cNvGrpSpPr/>
          <p:nvPr/>
        </p:nvGrpSpPr>
        <p:grpSpPr>
          <a:xfrm>
            <a:off x="3886199" y="247486"/>
            <a:ext cx="4962182" cy="1235076"/>
            <a:chOff x="13004829" y="1407596"/>
            <a:chExt cx="6525053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BEF2B4-F4C5-3C52-DB6E-A543EEB141AF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0F77C576-E4FD-FB3F-99A9-A11D411817D5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04B66C8D-99A7-FCAF-1CA8-C60B4B9BE6E0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5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E3A21CF-EE41-E670-BD16-3A536177708C}"/>
                </a:ext>
              </a:extLst>
            </p:cNvPr>
            <p:cNvSpPr/>
            <p:nvPr/>
          </p:nvSpPr>
          <p:spPr>
            <a:xfrm>
              <a:off x="13894551" y="1506484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COMMANDS USED</a:t>
              </a: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09090C4-3804-7193-36DB-4E08F0C174B9}"/>
              </a:ext>
            </a:extLst>
          </p:cNvPr>
          <p:cNvSpPr txBox="1"/>
          <p:nvPr/>
        </p:nvSpPr>
        <p:spPr>
          <a:xfrm>
            <a:off x="685800" y="3770412"/>
            <a:ext cx="4953000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isnull</a:t>
            </a:r>
            <a:r>
              <a:rPr lang="en-IN" dirty="0"/>
              <a:t>().sum() is used to identify missing values in each column.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Service_Rating</a:t>
            </a:r>
            <a:r>
              <a:rPr lang="en-IN" dirty="0"/>
              <a:t> has 2 missing values.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Ambience_Rating</a:t>
            </a:r>
            <a:r>
              <a:rPr lang="en-IN" dirty="0"/>
              <a:t> has 2 missing values.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Review_Text</a:t>
            </a:r>
            <a:r>
              <a:rPr lang="en-IN" dirty="0"/>
              <a:t> has 1 missing value.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Feedback has 2 missing values.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remaining columns have no missing values.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This step helps identify incomplete data before performing further analysis.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10D064-15B4-09E5-A4ED-55414BA41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003848"/>
            <a:ext cx="5848350" cy="20110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93BEE5-A004-4D43-6C1A-24FBB6653A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823" y="1371600"/>
            <a:ext cx="5965190" cy="19240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F95A44-2F8C-DAD5-FB6D-9C4EABD5E095}"/>
              </a:ext>
            </a:extLst>
          </p:cNvPr>
          <p:cNvSpPr txBox="1"/>
          <p:nvPr/>
        </p:nvSpPr>
        <p:spPr>
          <a:xfrm>
            <a:off x="6705600" y="1234944"/>
            <a:ext cx="53656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dirty="0" err="1">
                <a:latin typeface="+mn-lt"/>
              </a:rPr>
              <a:t>df.columns</a:t>
            </a:r>
            <a:r>
              <a:rPr lang="en-IN" dirty="0"/>
              <a:t> command is used to display all attributes (columns) of the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dataset contains 8 attributes.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These attributes include </a:t>
            </a:r>
            <a:r>
              <a:rPr lang="en-IN" dirty="0" err="1">
                <a:latin typeface="+mn-lt"/>
              </a:rPr>
              <a:t>Review_ID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Restaurant_Name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Food_Rating</a:t>
            </a:r>
            <a:r>
              <a:rPr lang="en-IN" dirty="0"/>
              <a:t>, and </a:t>
            </a:r>
            <a:r>
              <a:rPr lang="en-IN" dirty="0" err="1">
                <a:latin typeface="+mn-lt"/>
              </a:rPr>
              <a:t>Service_Rating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It also contains </a:t>
            </a:r>
            <a:r>
              <a:rPr lang="en-IN" dirty="0" err="1">
                <a:latin typeface="+mn-lt"/>
              </a:rPr>
              <a:t>Ambience_Rating</a:t>
            </a:r>
            <a:r>
              <a:rPr lang="en-IN" dirty="0"/>
              <a:t>, </a:t>
            </a:r>
            <a:r>
              <a:rPr lang="en-IN" dirty="0">
                <a:latin typeface="+mn-lt"/>
              </a:rPr>
              <a:t>Overall_Rating</a:t>
            </a:r>
            <a:r>
              <a:rPr lang="en-IN" dirty="0"/>
              <a:t>, </a:t>
            </a:r>
            <a:r>
              <a:rPr lang="en-IN" dirty="0" err="1">
                <a:latin typeface="+mn-lt"/>
              </a:rPr>
              <a:t>Review_Text</a:t>
            </a:r>
            <a:r>
              <a:rPr lang="en-IN" dirty="0"/>
              <a:t>, and </a:t>
            </a:r>
            <a:r>
              <a:rPr lang="en-IN" dirty="0">
                <a:latin typeface="+mn-lt"/>
              </a:rPr>
              <a:t>Feedback</a:t>
            </a:r>
            <a:r>
              <a:rPr lang="en-IN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1404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AE7DB-AD46-B63F-E084-A853153C1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A3D92D0B-E124-C6E9-E284-A1BFE5BE7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E8523-B644-57EE-1305-474033BFC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98A8ED-E5F4-FB3A-682B-9A32A7DF78C8}"/>
              </a:ext>
            </a:extLst>
          </p:cNvPr>
          <p:cNvGrpSpPr/>
          <p:nvPr/>
        </p:nvGrpSpPr>
        <p:grpSpPr>
          <a:xfrm>
            <a:off x="3760755" y="187499"/>
            <a:ext cx="4670489" cy="1235076"/>
            <a:chOff x="13004829" y="1407596"/>
            <a:chExt cx="6141489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9AB49A5-14FB-658E-18F4-43CD3EBF9641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1E5D7741-00AE-30A8-16A3-9741B1FAA1A8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3D480722-AB12-DB0A-57D1-F510D1543F51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5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10A1359-A153-407D-DFED-56505F730742}"/>
                </a:ext>
              </a:extLst>
            </p:cNvPr>
            <p:cNvSpPr/>
            <p:nvPr/>
          </p:nvSpPr>
          <p:spPr>
            <a:xfrm>
              <a:off x="13491594" y="1520926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SETTING CONDITIONS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AB65A87-5D15-A00E-F12B-CD65157E68C5}"/>
              </a:ext>
            </a:extLst>
          </p:cNvPr>
          <p:cNvSpPr txBox="1"/>
          <p:nvPr/>
        </p:nvSpPr>
        <p:spPr>
          <a:xfrm>
            <a:off x="6781800" y="1277422"/>
            <a:ext cx="4953000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condition Overall_Rating &gt; 4 is used to filter the reviews.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code selects restaurants with an Overall Rating greater than 4.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filtered results include Spice Garden and Royal Kitchen, both with a rating of 5.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output also shows reviews with a rating of 4 because the displayed code appears to use &gt;= 4.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filtered data includes restaurant name, ratings, review text, and feedback.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This helps identify restaurants with high overall customer ratings.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6AE7D4-EBF2-A975-2FD6-443E0669C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057400"/>
            <a:ext cx="5943600" cy="307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98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8617C-7269-79DA-6D32-FA1E80D0C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431CB-C970-F4BD-74A1-97C8F0ED7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EA6F992A-26E8-5B65-3750-96D3B506F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AC373C-7B04-678A-A389-365B0110D3D4}"/>
              </a:ext>
            </a:extLst>
          </p:cNvPr>
          <p:cNvSpPr txBox="1"/>
          <p:nvPr/>
        </p:nvSpPr>
        <p:spPr>
          <a:xfrm>
            <a:off x="762000" y="2656873"/>
            <a:ext cx="64770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8DDD4E0-5268-76C4-79C1-5AA3D08A8F02}"/>
              </a:ext>
            </a:extLst>
          </p:cNvPr>
          <p:cNvGrpSpPr/>
          <p:nvPr/>
        </p:nvGrpSpPr>
        <p:grpSpPr>
          <a:xfrm>
            <a:off x="3810000" y="652702"/>
            <a:ext cx="5291667" cy="1399342"/>
            <a:chOff x="13004829" y="1407596"/>
            <a:chExt cx="6141489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87AFB5-F426-3F33-621E-E90B38B14BF5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93A43EB0-22C0-C7D2-7B7F-4A6331FF482B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07AF012F-2FC3-14BF-FF9A-7CF3A1C464EC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5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EE5E637-46BB-5230-8887-D2489CE12272}"/>
                </a:ext>
              </a:extLst>
            </p:cNvPr>
            <p:cNvSpPr/>
            <p:nvPr/>
          </p:nvSpPr>
          <p:spPr>
            <a:xfrm>
              <a:off x="13510987" y="1520926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1033272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712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DATA VISUALIZATION</a:t>
              </a: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E44AF53-3115-3301-E097-F2A9FFCC6D0D}"/>
              </a:ext>
            </a:extLst>
          </p:cNvPr>
          <p:cNvSpPr txBox="1"/>
          <p:nvPr/>
        </p:nvSpPr>
        <p:spPr>
          <a:xfrm>
            <a:off x="2106677" y="2015474"/>
            <a:ext cx="85344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After cleaning and analysing the dataset, we use visualization to present the results clearly.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Charts and graphs make numerical data easier to understand and compare.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bar chart is used to compare ratings between different restaurants.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pie chart shows the distribution of Positive, Neutral, and Negative customer feedback.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box plot compares the distribution of Overall Ratings across feedback categories.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histogram shows the distribution and frequency of Food Ratings.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line chart shows the variation in Food Rating and Service Rating across the records.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scatter plot shows the relationship between Food Rating and Overall Rating.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These visualizations help us identify patterns, differences, trends, and relationships in the dataset. </a:t>
            </a:r>
          </a:p>
        </p:txBody>
      </p:sp>
    </p:spTree>
    <p:extLst>
      <p:ext uri="{BB962C8B-B14F-4D97-AF65-F5344CB8AC3E}">
        <p14:creationId xmlns:p14="http://schemas.microsoft.com/office/powerpoint/2010/main" val="1628792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78B40-CA2E-411E-A555-582FBBD39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C90686-7906-6002-0B3D-DFC1C2B69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4800" y="3074460"/>
            <a:ext cx="5974773" cy="3783540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358E6-4129-3AF8-C08F-AB526A714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b="0" i="0" u="none" strike="noStrike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D7E7AA3C-DF51-4B7E-36BF-659D23A85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578843-7351-785A-FEE9-76B458CFC714}"/>
              </a:ext>
            </a:extLst>
          </p:cNvPr>
          <p:cNvSpPr txBox="1"/>
          <p:nvPr/>
        </p:nvSpPr>
        <p:spPr>
          <a:xfrm>
            <a:off x="762000" y="2656873"/>
            <a:ext cx="64770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05334B-C406-CB48-ABCC-EF1AC2C24066}"/>
              </a:ext>
            </a:extLst>
          </p:cNvPr>
          <p:cNvGrpSpPr/>
          <p:nvPr/>
        </p:nvGrpSpPr>
        <p:grpSpPr>
          <a:xfrm>
            <a:off x="3505200" y="187499"/>
            <a:ext cx="6318934" cy="1399342"/>
            <a:chOff x="13004829" y="1407596"/>
            <a:chExt cx="7333731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6C09795-55F7-1DA8-6F92-E201773EF2BB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F8F2AB26-0290-84C2-30C0-00CFB1009850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94C1B18A-9B31-1FB4-58BA-E38DC57FB685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5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9DDB11C-11D2-FD54-BB6C-4B534ADD1727}"/>
                </a:ext>
              </a:extLst>
            </p:cNvPr>
            <p:cNvSpPr/>
            <p:nvPr/>
          </p:nvSpPr>
          <p:spPr>
            <a:xfrm>
              <a:off x="14703229" y="1575676"/>
              <a:ext cx="5635331" cy="8053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033272">
                <a:lnSpc>
                  <a:spcPct val="150000"/>
                </a:lnSpc>
                <a:spcAft>
                  <a:spcPts val="600"/>
                </a:spcAft>
                <a:defRPr/>
              </a:pPr>
              <a:r>
                <a:rPr lang="en-US" sz="24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BAR CHART</a:t>
              </a: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069DFD8-D4F5-93BE-59C1-2D3A1F5B8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91" y="1289488"/>
            <a:ext cx="5867400" cy="1714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F86AD83-9000-2DC1-43C8-29CD88260E72}"/>
              </a:ext>
            </a:extLst>
          </p:cNvPr>
          <p:cNvSpPr txBox="1"/>
          <p:nvPr/>
        </p:nvSpPr>
        <p:spPr>
          <a:xfrm>
            <a:off x="6736773" y="1524000"/>
            <a:ext cx="4799734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bar chart compares the ratings of different restaurants.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X-axis represents the restaurant names.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Y-axis represents the corresponding rating values.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Each bar shows the rating obtained by a particular restaurant.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Taller bars indicate higher ratings, while shorter bars indicate lower ratings.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chart helps in easily comparing restaurant performance based on ratings.</a:t>
            </a:r>
          </a:p>
        </p:txBody>
      </p:sp>
    </p:spTree>
    <p:extLst>
      <p:ext uri="{BB962C8B-B14F-4D97-AF65-F5344CB8AC3E}">
        <p14:creationId xmlns:p14="http://schemas.microsoft.com/office/powerpoint/2010/main" val="2211526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5E8E9-7A03-E56C-909A-3122A9E82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D008B536-4DCE-AFAE-BB8E-01F6C44AB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B114B-016F-51C3-425A-F9D2F0E6D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BD0BDFE-2090-AD4E-6B61-C73A9C05F59C}"/>
              </a:ext>
            </a:extLst>
          </p:cNvPr>
          <p:cNvGrpSpPr/>
          <p:nvPr/>
        </p:nvGrpSpPr>
        <p:grpSpPr>
          <a:xfrm>
            <a:off x="3929603" y="437179"/>
            <a:ext cx="5613762" cy="1235076"/>
            <a:chOff x="13004829" y="1407596"/>
            <a:chExt cx="7381852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4FF207E-3BE1-013D-C953-87D6B7D352F0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D1C6FA6C-37B8-3527-2E26-7373D734BF2B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2427472E-7281-2319-96EA-1FEBCA130B73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5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DE11399-AAC8-4873-7C16-D449DAE88582}"/>
                </a:ext>
              </a:extLst>
            </p:cNvPr>
            <p:cNvSpPr/>
            <p:nvPr/>
          </p:nvSpPr>
          <p:spPr>
            <a:xfrm>
              <a:off x="14751350" y="1493059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PIE CHART</a:t>
              </a: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 Antiqua" panose="02040602050305030304" pitchFamily="18" charset="0"/>
                <a:ea typeface="Verdana" panose="020B0604030504040204" pitchFamily="34" charset="0"/>
                <a:cs typeface="Arial Unicode MS" panose="020B0604020202020204" pitchFamily="34" charset="-128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243A14D-3AF3-EF8F-2E8C-89CC26D7EA75}"/>
              </a:ext>
            </a:extLst>
          </p:cNvPr>
          <p:cNvSpPr txBox="1"/>
          <p:nvPr/>
        </p:nvSpPr>
        <p:spPr>
          <a:xfrm>
            <a:off x="424863" y="1468052"/>
            <a:ext cx="540088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pie chart represents the distribution of customer feedback.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 shows categories such as Positive, Neutral, and Negative feedback.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Each slice represents the proportion of reviews in a particular category.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 larger slice indicates a higher number of reviews in that category.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chart makes it easy to compare the different feedback categories.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 helps understand the overall pattern of customer satisfaction.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09C156-B849-3AD4-00C3-4A7E8FCFC9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663" y="2743200"/>
            <a:ext cx="4756737" cy="3795713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D5F055-4216-5D2C-82D9-75E28C796E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8550" y="1488372"/>
            <a:ext cx="5943600" cy="102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545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A9209-8FAA-19A6-952F-A91FAE7A8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0B407E24-4579-C2CB-021E-3C9C8078E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75FFB-3BBE-1804-1B7A-5821397E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DC5E09E-A7DD-2118-A69F-9CB4076D8BE1}"/>
              </a:ext>
            </a:extLst>
          </p:cNvPr>
          <p:cNvGrpSpPr/>
          <p:nvPr/>
        </p:nvGrpSpPr>
        <p:grpSpPr>
          <a:xfrm>
            <a:off x="6858000" y="450665"/>
            <a:ext cx="5753100" cy="1235076"/>
            <a:chOff x="13004829" y="1407596"/>
            <a:chExt cx="7565075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DB5B13C-825A-1AB2-CA1A-59634382F918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F6403EAD-212C-09E1-B79E-A94429398601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16F492C1-DB33-6E60-FF7C-3EB3E440F439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5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2E68690-238C-9360-7658-AE0BDB718D4B}"/>
                </a:ext>
              </a:extLst>
            </p:cNvPr>
            <p:cNvSpPr/>
            <p:nvPr/>
          </p:nvSpPr>
          <p:spPr>
            <a:xfrm>
              <a:off x="14934573" y="1520926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BOX PLOT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94B93ED-6DDB-7C97-AEB6-AE533651F2D2}"/>
              </a:ext>
            </a:extLst>
          </p:cNvPr>
          <p:cNvSpPr txBox="1"/>
          <p:nvPr/>
        </p:nvSpPr>
        <p:spPr>
          <a:xfrm>
            <a:off x="6621838" y="1366164"/>
            <a:ext cx="514281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box plot shows the distribution of Overall Ratings for different feedback categories.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X-axis represents customer feedback categories such as Positive, Neutral, and Negative.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Y-axis represents the Overall Rating.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box shows the middle range of ratings, while the line inside represents the median.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Positive feedback mainly has ratings around 4–5, while Neutral and Negative feedback have lower ratings.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 helps compare rating patterns and understand customer satisfaction across feedback categories.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0F39F8-0B35-23E0-3E8E-5EC4EE2914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61" y="2992886"/>
            <a:ext cx="5789930" cy="351485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30A750-5A7A-11CC-EFB8-11F4298394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524" y="1114199"/>
            <a:ext cx="5943600" cy="170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54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F7FC3-E64E-31D7-568D-906E93C6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C5D0C-E07D-851E-057C-73BC66553A32}"/>
              </a:ext>
            </a:extLst>
          </p:cNvPr>
          <p:cNvSpPr txBox="1"/>
          <p:nvPr/>
        </p:nvSpPr>
        <p:spPr>
          <a:xfrm>
            <a:off x="883618" y="2196482"/>
            <a:ext cx="5178960" cy="34965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histogram shows the distribution of Food Ratings in the dataset.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X-axis represents the Food Rating values from 1 to 5.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Y-axis represents the frequency or number of restaurants for each rating.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Rating 4 has the highest frequency in the dataset.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Rating 1 has the lowest frequency.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 helps understand the overall distribution and variation of food ratings.</a:t>
            </a:r>
          </a:p>
          <a:p>
            <a:pPr marL="0" marR="0" lvl="0" indent="-22860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4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693315-8A7C-6D9E-A158-B9C0F8AC2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066801"/>
            <a:ext cx="5471985" cy="149781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BFF4F-09A0-4130-F416-5F7A0180E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b="0" i="0" u="none" strike="noStrike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75BB485C-A46C-ABC2-6B7C-9FA4F40F4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74C11DA-3F36-800A-5262-6DFF150DD2BA}"/>
              </a:ext>
            </a:extLst>
          </p:cNvPr>
          <p:cNvGrpSpPr/>
          <p:nvPr/>
        </p:nvGrpSpPr>
        <p:grpSpPr>
          <a:xfrm>
            <a:off x="1152575" y="1105249"/>
            <a:ext cx="5352134" cy="1227290"/>
            <a:chOff x="13004829" y="1407596"/>
            <a:chExt cx="7082470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C7B3556-2DA6-4A39-EB34-4572081A3420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FC375837-3F75-2734-0CBA-731658D7A3E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75871BB1-BCD7-E5BE-C4D0-A2ED653EC5AB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5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8CE0E2-A068-48EA-77E0-D3C13901FE1F}"/>
                </a:ext>
              </a:extLst>
            </p:cNvPr>
            <p:cNvSpPr/>
            <p:nvPr/>
          </p:nvSpPr>
          <p:spPr>
            <a:xfrm>
              <a:off x="14451968" y="1529837"/>
              <a:ext cx="5635331" cy="9124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05256">
                <a:lnSpc>
                  <a:spcPct val="150000"/>
                </a:lnSpc>
                <a:spcAft>
                  <a:spcPts val="600"/>
                </a:spcAft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HISTOGRAM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9634126-0247-644F-8A61-ADD7F50D55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986" y="2793368"/>
            <a:ext cx="5901055" cy="37873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28524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39946-880E-FA1A-7C32-93739716F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122B92CA-7B5B-8CBB-0F10-52739FAB5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3F119-7561-4D35-C486-B68A453F5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797734B-80CE-0ADF-AA2B-DEFD592E8EEF}"/>
              </a:ext>
            </a:extLst>
          </p:cNvPr>
          <p:cNvGrpSpPr/>
          <p:nvPr/>
        </p:nvGrpSpPr>
        <p:grpSpPr>
          <a:xfrm>
            <a:off x="6826124" y="685642"/>
            <a:ext cx="5476658" cy="1235076"/>
            <a:chOff x="13004829" y="1407596"/>
            <a:chExt cx="7201566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7CCFDC9-0404-7E70-C27A-3AD6475E5971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C7336F59-36B7-F7AD-E0B6-36BDD97F003B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6F5D1D52-C81B-B96E-972F-F11C37708303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5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59837D5-46AE-9020-7BC0-D3FCB2430BC6}"/>
                </a:ext>
              </a:extLst>
            </p:cNvPr>
            <p:cNvSpPr/>
            <p:nvPr/>
          </p:nvSpPr>
          <p:spPr>
            <a:xfrm>
              <a:off x="14571064" y="1520926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LINE CHART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796E120-5917-11CE-1614-80D1183BA007}"/>
              </a:ext>
            </a:extLst>
          </p:cNvPr>
          <p:cNvSpPr txBox="1"/>
          <p:nvPr/>
        </p:nvSpPr>
        <p:spPr>
          <a:xfrm>
            <a:off x="6418290" y="1771446"/>
            <a:ext cx="5437737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line chart shows the variation in Food Rating and Service Rating across restaurants.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X-axis represents the restaurant names or review records.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Y-axis represents the rating values from 1 to 5.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lines show how Food and Service Ratings change from one restaurant to another.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 helps compare food quality and service performance.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 makes differences and patterns in ratings easy to identify.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A57B4-E8F6-1CE2-9395-A5AB7061B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1303180"/>
            <a:ext cx="5943600" cy="22974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62EFC6-D3C9-0D14-413D-157411247E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3824788"/>
            <a:ext cx="6184900" cy="2728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8998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8070D-65B2-4856-9E79-ED35B14A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>
            <a:extLst>
              <a:ext uri="{FF2B5EF4-FFF2-40B4-BE49-F238E27FC236}">
                <a16:creationId xmlns:a16="http://schemas.microsoft.com/office/drawing/2014/main" id="{C1610385-D7D3-DAF5-F28C-ADBA7CA00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6B37A-5FA0-5D7E-D77B-797F4DF5C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D94C680-7ABC-B286-01AA-833BF6568787}"/>
              </a:ext>
            </a:extLst>
          </p:cNvPr>
          <p:cNvGrpSpPr/>
          <p:nvPr/>
        </p:nvGrpSpPr>
        <p:grpSpPr>
          <a:xfrm>
            <a:off x="902377" y="1205243"/>
            <a:ext cx="5199965" cy="1235076"/>
            <a:chOff x="13004829" y="1407596"/>
            <a:chExt cx="6837727" cy="19093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3E2A319-61C3-5A71-B54F-0D92C07F831D}"/>
                </a:ext>
              </a:extLst>
            </p:cNvPr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>
                <a:extLst>
                  <a:ext uri="{FF2B5EF4-FFF2-40B4-BE49-F238E27FC236}">
                    <a16:creationId xmlns:a16="http://schemas.microsoft.com/office/drawing/2014/main" id="{3A0647AE-28FC-EDCB-7D45-99C188007A7B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254D0B4E-DF1F-5F75-70A3-691EF7D7C63C}"/>
                  </a:ext>
                </a:extLst>
              </p:cNvPr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5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2AAA04D-DD00-28E4-1395-BDD9CD092D47}"/>
                </a:ext>
              </a:extLst>
            </p:cNvPr>
            <p:cNvSpPr/>
            <p:nvPr/>
          </p:nvSpPr>
          <p:spPr>
            <a:xfrm>
              <a:off x="14207225" y="1556118"/>
              <a:ext cx="5635331" cy="9124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SCATTER PLOT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0AE1C6A-3EDB-FE9D-0586-6511EA96939E}"/>
              </a:ext>
            </a:extLst>
          </p:cNvPr>
          <p:cNvSpPr txBox="1"/>
          <p:nvPr/>
        </p:nvSpPr>
        <p:spPr>
          <a:xfrm>
            <a:off x="580682" y="2291860"/>
            <a:ext cx="5210518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scatter plot shows the relationship between Food Rating and Overall Rating.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X-axis represents the Food Rating.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Y-axis represents the Overall Rating.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Each point represents one restaurant review.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points show a generally positive relationship between food quality and overall rating.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It helps identify patterns and understand how Food Rating affects Overall Rating.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1D3BA0-783E-336F-B363-4499C800D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342" y="1821171"/>
            <a:ext cx="5943600" cy="17859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6D59A5-2ECF-EE11-77E9-F21F38832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810000"/>
            <a:ext cx="6254742" cy="27799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87347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704649" y="787574"/>
            <a:ext cx="8069048" cy="1235076"/>
            <a:chOff x="13004829" y="1407596"/>
            <a:chExt cx="7038127" cy="1909355"/>
          </a:xfrm>
        </p:grpSpPr>
        <p:grpSp>
          <p:nvGrpSpPr>
            <p:cNvPr id="8" name="Group 7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/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13004829" y="1505726"/>
              <a:ext cx="6141489" cy="9124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FUTURE ENHANCEMENTS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24000" y="2168802"/>
            <a:ext cx="10058400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with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classify reviews as positive, negative, or neutral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levels using basic statistical or machine learning models.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personalized restaurant recommendations based on customer reviews and ratings.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real-time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continous monitoring of customer feedback.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food quality, service, price, and ambience factors as additional predictors of customer satisfaction.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\Desktop\Capture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7499"/>
            <a:ext cx="1543050" cy="6000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200400" y="584890"/>
            <a:ext cx="7385212" cy="1273409"/>
            <a:chOff x="13004829" y="1407596"/>
            <a:chExt cx="7490105" cy="1909355"/>
          </a:xfrm>
        </p:grpSpPr>
        <p:grpSp>
          <p:nvGrpSpPr>
            <p:cNvPr id="8" name="Group 7"/>
            <p:cNvGrpSpPr/>
            <p:nvPr/>
          </p:nvGrpSpPr>
          <p:grpSpPr>
            <a:xfrm>
              <a:off x="13004829" y="1407596"/>
              <a:ext cx="6141489" cy="1909355"/>
              <a:chOff x="4704978" y="719582"/>
              <a:chExt cx="3456384" cy="1077033"/>
            </a:xfrm>
          </p:grpSpPr>
          <p:pic>
            <p:nvPicPr>
              <p:cNvPr id="10" name="object 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704978" y="719582"/>
                <a:ext cx="3456384" cy="1077033"/>
              </a:xfrm>
              <a:prstGeom prst="rect">
                <a:avLst/>
              </a:prstGeom>
              <a:noFill/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</p:pic>
          <p:sp>
            <p:nvSpPr>
              <p:cNvPr id="11" name="object 4"/>
              <p:cNvSpPr/>
              <p:nvPr/>
            </p:nvSpPr>
            <p:spPr>
              <a:xfrm>
                <a:off x="4832251" y="884263"/>
                <a:ext cx="3094774" cy="413946"/>
              </a:xfrm>
              <a:custGeom>
                <a:avLst/>
                <a:gdLst/>
                <a:ahLst/>
                <a:cxnLst/>
                <a:rect l="l" t="t" r="r" b="b"/>
                <a:pathLst>
                  <a:path w="6572250" h="748030">
                    <a:moveTo>
                      <a:pt x="6447626" y="0"/>
                    </a:moveTo>
                    <a:lnTo>
                      <a:pt x="124624" y="0"/>
                    </a:lnTo>
                    <a:lnTo>
                      <a:pt x="76114" y="9793"/>
                    </a:lnTo>
                    <a:lnTo>
                      <a:pt x="36501" y="36502"/>
                    </a:lnTo>
                    <a:lnTo>
                      <a:pt x="9793" y="76115"/>
                    </a:lnTo>
                    <a:lnTo>
                      <a:pt x="0" y="124625"/>
                    </a:lnTo>
                    <a:lnTo>
                      <a:pt x="0" y="623087"/>
                    </a:lnTo>
                    <a:lnTo>
                      <a:pt x="9793" y="671597"/>
                    </a:lnTo>
                    <a:lnTo>
                      <a:pt x="36501" y="711210"/>
                    </a:lnTo>
                    <a:lnTo>
                      <a:pt x="76114" y="737918"/>
                    </a:lnTo>
                    <a:lnTo>
                      <a:pt x="124624" y="747712"/>
                    </a:lnTo>
                    <a:lnTo>
                      <a:pt x="6447626" y="747712"/>
                    </a:lnTo>
                    <a:lnTo>
                      <a:pt x="6496135" y="737918"/>
                    </a:lnTo>
                    <a:lnTo>
                      <a:pt x="6535748" y="711210"/>
                    </a:lnTo>
                    <a:lnTo>
                      <a:pt x="6562456" y="671597"/>
                    </a:lnTo>
                    <a:lnTo>
                      <a:pt x="6572250" y="623087"/>
                    </a:lnTo>
                    <a:lnTo>
                      <a:pt x="6572250" y="124625"/>
                    </a:lnTo>
                    <a:lnTo>
                      <a:pt x="6562456" y="76115"/>
                    </a:lnTo>
                    <a:lnTo>
                      <a:pt x="6535748" y="36502"/>
                    </a:lnTo>
                    <a:lnTo>
                      <a:pt x="6496135" y="9793"/>
                    </a:lnTo>
                    <a:lnTo>
                      <a:pt x="6447626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 sz="1055" dirty="0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14859603" y="1546183"/>
              <a:ext cx="5635331" cy="8871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  <a:ea typeface="Verdana" panose="020B0604030504040204" pitchFamily="34" charset="0"/>
                  <a:cs typeface="Arial Unicode MS" panose="020B0604020202020204" pitchFamily="34" charset="-128"/>
                </a:rPr>
                <a:t>CONCLUSION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076325" y="1655615"/>
            <a:ext cx="10591800" cy="5289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Restaurant Review Analysis System successfully analyses customer reviews and restaurant ratings.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Pandas and NumPy were used for data cleaning, preprocessing, and analysis.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Missing values and data inconsistencies were handled to improve data quality.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Ratings were analysed using count, minimum, maximum, and mean operations.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Restaurants were categorized as Most Popular, Popular, or Not Popular based on their overall ratings.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Customer feedback was analysed to understand Positive, Neutral, and Negative responses.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Overall, the project helps identify customer preferences and restaurant performance and provides useful insights for better decision-making.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2">
                  <a:lumMod val="75000"/>
                </a:schemeClr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1736</Words>
  <Application>Microsoft Office PowerPoint</Application>
  <PresentationFormat>Widescreen</PresentationFormat>
  <Paragraphs>198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Book Antiqua</vt:lpstr>
      <vt:lpstr>Calibri</vt:lpstr>
      <vt:lpstr>Centaur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</dc:creator>
  <cp:lastModifiedBy>25B11CS194</cp:lastModifiedBy>
  <cp:revision>24</cp:revision>
  <dcterms:created xsi:type="dcterms:W3CDTF">2006-08-16T00:00:00Z</dcterms:created>
  <dcterms:modified xsi:type="dcterms:W3CDTF">2026-09-30T18:37:16Z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9BF59EAA8C5C460A9959A53FA803C281_12</vt:lpwstr>
  </property>
</Properties>
</file>